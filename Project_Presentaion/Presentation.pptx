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8" r:id="rId3"/>
    <p:sldId id="259" r:id="rId4"/>
    <p:sldId id="260" r:id="rId5"/>
    <p:sldId id="261" r:id="rId6"/>
    <p:sldId id="301" r:id="rId7"/>
    <p:sldId id="302" r:id="rId8"/>
    <p:sldId id="303" r:id="rId9"/>
    <p:sldId id="304" r:id="rId10"/>
    <p:sldId id="305" r:id="rId12"/>
    <p:sldId id="306" r:id="rId13"/>
    <p:sldId id="307" r:id="rId14"/>
    <p:sldId id="308" r:id="rId15"/>
    <p:sldId id="262" r:id="rId16"/>
    <p:sldId id="309" r:id="rId17"/>
    <p:sldId id="310" r:id="rId18"/>
    <p:sldId id="311" r:id="rId19"/>
    <p:sldId id="312" r:id="rId20"/>
    <p:sldId id="313" r:id="rId21"/>
    <p:sldId id="3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E5EC2-9D44-4181-B141-E73F5034537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1B1E7-F872-4AA5-A8C3-83B5C77C3E9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1B1E7-F872-4AA5-A8C3-83B5C77C3E9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1B1E7-F872-4AA5-A8C3-83B5C77C3E9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7069C-BAFF-4604-B28B-1552B1BFB68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37175-9BC9-4BB2-BBDF-57E3887D654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hdphoto" Target="../media/image13.wdp"/><Relationship Id="rId5" Type="http://schemas.openxmlformats.org/officeDocument/2006/relationships/image" Target="../media/image12.png"/><Relationship Id="rId4" Type="http://schemas.microsoft.com/office/2007/relationships/hdphoto" Target="../media/image11.wdp"/><Relationship Id="rId3" Type="http://schemas.openxmlformats.org/officeDocument/2006/relationships/image" Target="../media/image10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hdphoto" Target="../media/image13.wdp"/><Relationship Id="rId5" Type="http://schemas.openxmlformats.org/officeDocument/2006/relationships/image" Target="../media/image12.png"/><Relationship Id="rId4" Type="http://schemas.microsoft.com/office/2007/relationships/hdphoto" Target="../media/image11.wdp"/><Relationship Id="rId3" Type="http://schemas.openxmlformats.org/officeDocument/2006/relationships/image" Target="../media/image10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microsoft.com/office/2007/relationships/hdphoto" Target="../media/image15.wdp"/><Relationship Id="rId7" Type="http://schemas.openxmlformats.org/officeDocument/2006/relationships/image" Target="../media/image14.png"/><Relationship Id="rId6" Type="http://schemas.microsoft.com/office/2007/relationships/hdphoto" Target="../media/image13.wdp"/><Relationship Id="rId5" Type="http://schemas.openxmlformats.org/officeDocument/2006/relationships/image" Target="../media/image12.png"/><Relationship Id="rId4" Type="http://schemas.microsoft.com/office/2007/relationships/hdphoto" Target="../media/image11.wdp"/><Relationship Id="rId3" Type="http://schemas.openxmlformats.org/officeDocument/2006/relationships/image" Target="../media/image10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: Shape 61"/>
          <p:cNvSpPr/>
          <p:nvPr/>
        </p:nvSpPr>
        <p:spPr>
          <a:xfrm rot="8147688">
            <a:off x="14479870" y="146617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63" name="Freeform: Shape 62"/>
          <p:cNvSpPr/>
          <p:nvPr/>
        </p:nvSpPr>
        <p:spPr>
          <a:xfrm rot="8147688">
            <a:off x="12987346" y="-562177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64" name="Freeform: Shape 63"/>
          <p:cNvSpPr/>
          <p:nvPr/>
        </p:nvSpPr>
        <p:spPr>
          <a:xfrm rot="8147688">
            <a:off x="11354724" y="-2363646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 dirty="0"/>
          </a:p>
        </p:txBody>
      </p:sp>
      <p:sp>
        <p:nvSpPr>
          <p:cNvPr id="65" name="Freeform: Shape 64"/>
          <p:cNvSpPr/>
          <p:nvPr/>
        </p:nvSpPr>
        <p:spPr>
          <a:xfrm rot="8147688">
            <a:off x="11876928" y="-3860232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 dirty="0"/>
          </a:p>
        </p:txBody>
      </p:sp>
      <p:sp>
        <p:nvSpPr>
          <p:cNvPr id="66" name="Freeform: Shape 65"/>
          <p:cNvSpPr/>
          <p:nvPr/>
        </p:nvSpPr>
        <p:spPr>
          <a:xfrm rot="8147688">
            <a:off x="14206663" y="-5137651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7" name="Freeform: Shape 66"/>
          <p:cNvSpPr/>
          <p:nvPr/>
        </p:nvSpPr>
        <p:spPr>
          <a:xfrm rot="8147688">
            <a:off x="16427103" y="-3955476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68" name="Freeform: Shape 67"/>
          <p:cNvSpPr/>
          <p:nvPr/>
        </p:nvSpPr>
        <p:spPr>
          <a:xfrm rot="8147688">
            <a:off x="16225873" y="-1553096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80" name="Title 1"/>
          <p:cNvSpPr txBox="1"/>
          <p:nvPr/>
        </p:nvSpPr>
        <p:spPr>
          <a:xfrm>
            <a:off x="-238650" y="1333748"/>
            <a:ext cx="13158832" cy="1973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500" b="1" dirty="0">
              <a:latin typeface="Arial Rounded MT Bold" panose="020F0704030504030204" pitchFamily="34" charset="0"/>
            </a:endParaRPr>
          </a:p>
        </p:txBody>
      </p:sp>
      <p:sp>
        <p:nvSpPr>
          <p:cNvPr id="81" name="Title 1"/>
          <p:cNvSpPr>
            <a:spLocks noGrp="1"/>
          </p:cNvSpPr>
          <p:nvPr>
            <p:ph type="ctrTitle"/>
          </p:nvPr>
        </p:nvSpPr>
        <p:spPr>
          <a:xfrm>
            <a:off x="2653630" y="-1915082"/>
            <a:ext cx="7234936" cy="180815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About </a:t>
            </a:r>
            <a:br>
              <a:rPr lang="en-IN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</a:br>
            <a:r>
              <a:rPr lang="en-IN" b="1" dirty="0">
                <a:latin typeface="Arial Rounded MT Bold" panose="020F0704030504030204" pitchFamily="34" charset="0"/>
              </a:rPr>
              <a:t>Internship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1" t="4993" r="797" b="5303"/>
          <a:stretch>
            <a:fillRect/>
          </a:stretch>
        </p:blipFill>
        <p:spPr>
          <a:xfrm>
            <a:off x="944135" y="0"/>
            <a:ext cx="10167250" cy="15540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45371" y="1780332"/>
            <a:ext cx="5564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IOT</a:t>
            </a:r>
            <a:r>
              <a:rPr lang="en-US" sz="4800" dirty="0">
                <a:latin typeface="Arial Rounded MT Bold" panose="020F0704030504030204" pitchFamily="34" charset="0"/>
              </a:rPr>
              <a:t> </a:t>
            </a:r>
            <a:r>
              <a:rPr lang="en-US" sz="4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Based</a:t>
            </a:r>
            <a:r>
              <a:rPr lang="en-US" sz="4800" dirty="0">
                <a:latin typeface="Arial Rounded MT Bold" panose="020F0704030504030204" pitchFamily="34" charset="0"/>
              </a:rPr>
              <a:t> Smart Paper </a:t>
            </a:r>
            <a:r>
              <a:rPr lang="en-US" sz="4800" b="1" dirty="0">
                <a:latin typeface="Arial Rounded MT Bold" panose="020F0704030504030204" pitchFamily="34" charset="0"/>
              </a:rPr>
              <a:t>W</a:t>
            </a:r>
            <a:r>
              <a:rPr lang="en-US" sz="4800" dirty="0">
                <a:latin typeface="Arial Rounded MT Bold" panose="020F0704030504030204" pitchFamily="34" charset="0"/>
              </a:rPr>
              <a:t>eight</a:t>
            </a:r>
            <a:endParaRPr lang="en-US" sz="4800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42791"/>
            <a:ext cx="89872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Project By – 1)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RISHIKESH</a:t>
            </a:r>
            <a:r>
              <a:rPr lang="en-US" dirty="0">
                <a:latin typeface="Arial Rounded MT Bold" panose="020F0704030504030204" pitchFamily="34" charset="0"/>
              </a:rPr>
              <a:t> KIRDE </a:t>
            </a: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            2)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MONAL</a:t>
            </a:r>
            <a:r>
              <a:rPr lang="en-US" dirty="0">
                <a:latin typeface="Arial Rounded MT Bold" panose="020F0704030504030204" pitchFamily="34" charset="0"/>
              </a:rPr>
              <a:t> MESHRAM</a:t>
            </a: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            3)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AMIT</a:t>
            </a:r>
            <a:r>
              <a:rPr lang="en-US" dirty="0">
                <a:latin typeface="Arial Rounded MT Bold" panose="020F0704030504030204" pitchFamily="34" charset="0"/>
              </a:rPr>
              <a:t> TAVASKAR</a:t>
            </a: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            4)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HRISHIKESH</a:t>
            </a:r>
            <a:r>
              <a:rPr lang="en-US" dirty="0">
                <a:latin typeface="Arial Rounded MT Bold" panose="020F0704030504030204" pitchFamily="34" charset="0"/>
              </a:rPr>
              <a:t> MEHTRE</a:t>
            </a:r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5838" y="3706690"/>
            <a:ext cx="91483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Under The Guidance</a:t>
            </a:r>
            <a:endParaRPr lang="en-US" dirty="0">
              <a:latin typeface="Arial Rounded MT Bold" panose="020F0704030504030204" pitchFamily="34" charset="0"/>
            </a:endParaRPr>
          </a:p>
          <a:p>
            <a:pPr algn="ctr"/>
            <a:r>
              <a:rPr lang="en-US" dirty="0">
                <a:latin typeface="Arial Rounded MT Bold" panose="020F0704030504030204" pitchFamily="34" charset="0"/>
              </a:rPr>
              <a:t> Of  </a:t>
            </a:r>
            <a:endParaRPr lang="en-US" dirty="0">
              <a:latin typeface="Arial Rounded MT Bold" panose="020F0704030504030204" pitchFamily="34" charset="0"/>
            </a:endParaRPr>
          </a:p>
          <a:p>
            <a:pPr algn="ctr"/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PROFESSOR</a:t>
            </a:r>
            <a:r>
              <a:rPr lang="en-US" sz="2800" dirty="0">
                <a:latin typeface="Arial Rounded MT Bold" panose="020F0704030504030204" pitchFamily="34" charset="0"/>
              </a:rPr>
              <a:t> VINOD JADAV 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5085838" y="4862916"/>
            <a:ext cx="3192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Sponsored</a:t>
            </a:r>
            <a:r>
              <a:rPr lang="en-US" dirty="0">
                <a:latin typeface="Arial Rounded MT Bold" panose="020F0704030504030204" pitchFamily="34" charset="0"/>
              </a:rPr>
              <a:t> By</a:t>
            </a:r>
            <a:endParaRPr lang="en-US" dirty="0">
              <a:latin typeface="Arial Rounded MT Bold" panose="020F0704030504030204" pitchFamily="34" charset="0"/>
            </a:endParaRPr>
          </a:p>
          <a:p>
            <a:endParaRPr lang="en-US" dirty="0"/>
          </a:p>
        </p:txBody>
      </p:sp>
      <p:sp>
        <p:nvSpPr>
          <p:cNvPr id="8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4"/>
          <p:cNvSpPr>
            <a:spLocks noChangeAspect="1" noChangeArrowheads="1"/>
          </p:cNvSpPr>
          <p:nvPr/>
        </p:nvSpPr>
        <p:spPr bwMode="auto">
          <a:xfrm>
            <a:off x="5294811" y="360824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AutoShape 6"/>
          <p:cNvSpPr>
            <a:spLocks noChangeAspect="1" noChangeArrowheads="1"/>
          </p:cNvSpPr>
          <p:nvPr/>
        </p:nvSpPr>
        <p:spPr bwMode="auto">
          <a:xfrm>
            <a:off x="6096000" y="3429000"/>
            <a:ext cx="2525486" cy="252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960" y="5329361"/>
            <a:ext cx="2895600" cy="1296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/>
          <p:cNvSpPr/>
          <p:nvPr/>
        </p:nvSpPr>
        <p:spPr>
          <a:xfrm rot="18047688">
            <a:off x="3653065" y="378049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22" name="Freeform: Shape 21"/>
          <p:cNvSpPr/>
          <p:nvPr/>
        </p:nvSpPr>
        <p:spPr>
          <a:xfrm rot="18047688">
            <a:off x="6163326" y="-239056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23" name="Freeform: Shape 22"/>
          <p:cNvSpPr/>
          <p:nvPr/>
        </p:nvSpPr>
        <p:spPr>
          <a:xfrm rot="18047688">
            <a:off x="7562420" y="1441844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24" name="Freeform: Shape 23"/>
          <p:cNvSpPr/>
          <p:nvPr/>
        </p:nvSpPr>
        <p:spPr>
          <a:xfrm rot="18047688">
            <a:off x="7032513" y="4151156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25" name="Freeform: Shape 24"/>
          <p:cNvSpPr/>
          <p:nvPr/>
        </p:nvSpPr>
        <p:spPr>
          <a:xfrm rot="18047688">
            <a:off x="5525139" y="4859034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26" name="Freeform: Shape 25"/>
          <p:cNvSpPr/>
          <p:nvPr/>
        </p:nvSpPr>
        <p:spPr>
          <a:xfrm rot="18047688">
            <a:off x="3665771" y="3928161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27" name="Freeform: Shape 26"/>
          <p:cNvSpPr/>
          <p:nvPr/>
        </p:nvSpPr>
        <p:spPr>
          <a:xfrm rot="18047688">
            <a:off x="2406325" y="2470625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36" name="Title 1"/>
          <p:cNvSpPr>
            <a:spLocks noGrp="1"/>
          </p:cNvSpPr>
          <p:nvPr>
            <p:ph type="ctrTitle"/>
          </p:nvPr>
        </p:nvSpPr>
        <p:spPr>
          <a:xfrm>
            <a:off x="2572686" y="2563899"/>
            <a:ext cx="7234936" cy="180815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About </a:t>
            </a:r>
            <a:br>
              <a:rPr lang="en-IN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</a:br>
            <a:r>
              <a:rPr lang="en-IN" b="1" dirty="0">
                <a:latin typeface="Arial Rounded MT Bold" panose="020F0704030504030204" pitchFamily="34" charset="0"/>
              </a:rPr>
              <a:t>Project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20049220">
            <a:off x="4049275" y="-2704230"/>
            <a:ext cx="4139418" cy="2994200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3" name="Freeform: Shape 2"/>
          <p:cNvSpPr/>
          <p:nvPr/>
        </p:nvSpPr>
        <p:spPr>
          <a:xfrm rot="20049220">
            <a:off x="8256147" y="-1713991"/>
            <a:ext cx="2410053" cy="4479211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20049220">
            <a:off x="8755265" y="2637093"/>
            <a:ext cx="3563486" cy="3949616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20049220">
            <a:off x="5664593" y="6702888"/>
            <a:ext cx="4594294" cy="197728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20049220">
            <a:off x="2180570" y="5820842"/>
            <a:ext cx="3564273" cy="3950521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20049220">
            <a:off x="218444" y="2155851"/>
            <a:ext cx="2412677" cy="4479209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20049220">
            <a:off x="24028" y="-754031"/>
            <a:ext cx="4139420" cy="299629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10" name="Title 1"/>
          <p:cNvSpPr txBox="1"/>
          <p:nvPr/>
        </p:nvSpPr>
        <p:spPr>
          <a:xfrm>
            <a:off x="2387458" y="2109559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Con</a:t>
            </a:r>
            <a:r>
              <a:rPr lang="en-IN" b="1" dirty="0">
                <a:latin typeface="Arial Rounded MT Bold" panose="020F0704030504030204" pitchFamily="34" charset="0"/>
              </a:rPr>
              <a:t>cept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4284695">
            <a:off x="7135949" y="2985758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4284695">
            <a:off x="6638016" y="3849851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4284695">
            <a:off x="4890517" y="4148948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4284695">
            <a:off x="3700748" y="3431226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4284695">
            <a:off x="4036778" y="1610162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4284695">
            <a:off x="5602293" y="747697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4284695">
            <a:off x="6582778" y="1431987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18" name="Title 1"/>
          <p:cNvSpPr txBox="1"/>
          <p:nvPr/>
        </p:nvSpPr>
        <p:spPr>
          <a:xfrm>
            <a:off x="-2014771" y="52085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How </a:t>
            </a:r>
            <a:r>
              <a:rPr lang="en-IN" sz="3200" b="1" dirty="0">
                <a:latin typeface="Arial Rounded MT Bold" panose="020F0704030504030204" pitchFamily="34" charset="0"/>
              </a:rPr>
              <a:t>It Works?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sp>
        <p:nvSpPr>
          <p:cNvPr id="19" name="Title 1"/>
          <p:cNvSpPr txBox="1"/>
          <p:nvPr/>
        </p:nvSpPr>
        <p:spPr>
          <a:xfrm>
            <a:off x="15953348" y="1975249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20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13576517" y="-318039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4284695">
            <a:off x="7135949" y="2985758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4284695">
            <a:off x="6638016" y="3849851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4284695">
            <a:off x="4890517" y="4148948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4284695">
            <a:off x="3700748" y="3431226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4284695">
            <a:off x="4036778" y="1610162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4284695">
            <a:off x="5602293" y="747697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4284695">
            <a:off x="6582778" y="1431987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9" name="Title 1"/>
          <p:cNvSpPr txBox="1"/>
          <p:nvPr/>
        </p:nvSpPr>
        <p:spPr>
          <a:xfrm>
            <a:off x="2543223" y="1885405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9605503" y="-313156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6676175">
            <a:off x="6609791" y="4020441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6676175">
            <a:off x="5572969" y="4098190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6676175">
            <a:off x="4052928" y="3365914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6676175">
            <a:off x="3787416" y="2257584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6676175">
            <a:off x="5024503" y="869956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6676175">
            <a:off x="6765930" y="1053395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6676175">
            <a:off x="7180704" y="2473103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9" name="Title 1"/>
          <p:cNvSpPr txBox="1"/>
          <p:nvPr/>
        </p:nvSpPr>
        <p:spPr>
          <a:xfrm>
            <a:off x="2543223" y="1885405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9605503" y="-313156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Connector 17"/>
          <p:cNvCxnSpPr/>
          <p:nvPr/>
        </p:nvCxnSpPr>
        <p:spPr>
          <a:xfrm flipH="1" flipV="1">
            <a:off x="10293531" y="226423"/>
            <a:ext cx="261258" cy="374468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9942216" y="513391"/>
            <a:ext cx="412275" cy="252963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9942216" y="1053322"/>
            <a:ext cx="412275" cy="33594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1026" idx="0"/>
          </p:cNvCxnSpPr>
          <p:nvPr/>
        </p:nvCxnSpPr>
        <p:spPr>
          <a:xfrm flipH="1">
            <a:off x="9871956" y="1373884"/>
            <a:ext cx="552204" cy="342858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0554789" y="1568838"/>
            <a:ext cx="121920" cy="316567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0983704" y="1568838"/>
            <a:ext cx="56411" cy="617013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1293865" y="1437822"/>
            <a:ext cx="230830" cy="401207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4284695">
            <a:off x="7135949" y="2985758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4284695">
            <a:off x="6638016" y="3849851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4284695">
            <a:off x="4890517" y="4148948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4284695">
            <a:off x="3700748" y="3431226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4284695">
            <a:off x="4036778" y="1610162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4284695">
            <a:off x="5602293" y="747697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4284695">
            <a:off x="6582778" y="1431987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9" name="Title 1"/>
          <p:cNvSpPr txBox="1"/>
          <p:nvPr/>
        </p:nvSpPr>
        <p:spPr>
          <a:xfrm>
            <a:off x="2543223" y="1885405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9605503" y="-313156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/>
          <p:nvPr/>
        </p:nvSpPr>
        <p:spPr>
          <a:xfrm>
            <a:off x="14553257" y="1375746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Fan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7166" y="23893"/>
            <a:ext cx="2084485" cy="2084485"/>
          </a:xfrm>
          <a:prstGeom prst="rect">
            <a:avLst/>
          </a:prstGeom>
        </p:spPr>
      </p:pic>
      <p:sp>
        <p:nvSpPr>
          <p:cNvPr id="19" name="Arc 18"/>
          <p:cNvSpPr/>
          <p:nvPr/>
        </p:nvSpPr>
        <p:spPr>
          <a:xfrm rot="11639842">
            <a:off x="13184803" y="1045592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/>
          <p:cNvSpPr/>
          <p:nvPr/>
        </p:nvSpPr>
        <p:spPr>
          <a:xfrm rot="19816679">
            <a:off x="13432873" y="670758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/>
          <p:cNvSpPr/>
          <p:nvPr/>
        </p:nvSpPr>
        <p:spPr>
          <a:xfrm rot="5352506">
            <a:off x="13704010" y="1097581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4284695">
            <a:off x="7135949" y="2985758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4284695">
            <a:off x="6638016" y="3849851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4284695">
            <a:off x="4890517" y="4148948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4284695">
            <a:off x="3700748" y="3431226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4284695">
            <a:off x="4036778" y="1610162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4284695">
            <a:off x="5602293" y="747697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4284695">
            <a:off x="6582778" y="1431987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9" name="Title 1"/>
          <p:cNvSpPr txBox="1"/>
          <p:nvPr/>
        </p:nvSpPr>
        <p:spPr>
          <a:xfrm>
            <a:off x="-8124166" y="2384979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9544543" y="-2131868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/>
          <p:nvPr/>
        </p:nvSpPr>
        <p:spPr>
          <a:xfrm>
            <a:off x="2543223" y="2156958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Fan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518" y="78391"/>
            <a:ext cx="2084485" cy="2084485"/>
          </a:xfrm>
          <a:prstGeom prst="rect">
            <a:avLst/>
          </a:prstGeom>
        </p:spPr>
      </p:pic>
      <p:sp>
        <p:nvSpPr>
          <p:cNvPr id="32" name="Arc 31"/>
          <p:cNvSpPr/>
          <p:nvPr/>
        </p:nvSpPr>
        <p:spPr>
          <a:xfrm rot="4670630">
            <a:off x="10909729" y="1046042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/>
          <p:cNvSpPr/>
          <p:nvPr/>
        </p:nvSpPr>
        <p:spPr>
          <a:xfrm rot="12847467">
            <a:off x="10463929" y="988589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/>
          <p:cNvSpPr/>
          <p:nvPr/>
        </p:nvSpPr>
        <p:spPr>
          <a:xfrm rot="19983294">
            <a:off x="10727541" y="557078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6895077">
            <a:off x="6528341" y="4091978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6895077">
            <a:off x="5471991" y="4082869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6895077">
            <a:off x="4007377" y="3269003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6895077">
            <a:off x="3835554" y="2158781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6895077">
            <a:off x="5135798" y="839937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6895077">
            <a:off x="6856284" y="1120186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6895077">
            <a:off x="7196533" y="2584104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9" name="Title 1"/>
          <p:cNvSpPr txBox="1"/>
          <p:nvPr/>
        </p:nvSpPr>
        <p:spPr>
          <a:xfrm>
            <a:off x="-8124166" y="2384979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9544543" y="-2131868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/>
          <p:nvPr/>
        </p:nvSpPr>
        <p:spPr>
          <a:xfrm>
            <a:off x="2543223" y="2156958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Fan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518" y="78391"/>
            <a:ext cx="2084485" cy="2084485"/>
          </a:xfrm>
          <a:prstGeom prst="rect">
            <a:avLst/>
          </a:prstGeom>
        </p:spPr>
      </p:pic>
      <p:sp>
        <p:nvSpPr>
          <p:cNvPr id="20" name="Arc 19"/>
          <p:cNvSpPr/>
          <p:nvPr/>
        </p:nvSpPr>
        <p:spPr>
          <a:xfrm rot="15043654">
            <a:off x="10431951" y="763427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/>
          <p:cNvSpPr/>
          <p:nvPr/>
        </p:nvSpPr>
        <p:spPr>
          <a:xfrm rot="1620491">
            <a:off x="10881435" y="765210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8756318">
            <a:off x="10673311" y="1226054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2033408">
            <a:off x="10302456" y="1021932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/>
          <p:cNvSpPr/>
          <p:nvPr/>
        </p:nvSpPr>
        <p:spPr>
          <a:xfrm rot="5746072">
            <a:off x="10997026" y="1181099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/>
          <p:cNvSpPr/>
          <p:nvPr/>
        </p:nvSpPr>
        <p:spPr>
          <a:xfrm rot="20210245">
            <a:off x="10712705" y="534126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9885514">
            <a:off x="5014215" y="4379571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9885514">
            <a:off x="4244434" y="3227418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9885514">
            <a:off x="3920997" y="1779282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9885514">
            <a:off x="4867910" y="1204776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9885514">
            <a:off x="6504978" y="1075189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9885514">
            <a:off x="7401257" y="2375054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9885514">
            <a:off x="6597247" y="3917651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9" name="Title 1"/>
          <p:cNvSpPr txBox="1"/>
          <p:nvPr/>
        </p:nvSpPr>
        <p:spPr>
          <a:xfrm>
            <a:off x="-8124166" y="2384979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9544543" y="-2131868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/>
          <p:nvPr/>
        </p:nvSpPr>
        <p:spPr>
          <a:xfrm>
            <a:off x="2543223" y="2156958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Fan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518" y="78391"/>
            <a:ext cx="2084485" cy="2084485"/>
          </a:xfrm>
          <a:prstGeom prst="rect">
            <a:avLst/>
          </a:prstGeom>
        </p:spPr>
      </p:pic>
      <p:sp>
        <p:nvSpPr>
          <p:cNvPr id="20" name="Arc 19"/>
          <p:cNvSpPr/>
          <p:nvPr/>
        </p:nvSpPr>
        <p:spPr>
          <a:xfrm rot="15043654">
            <a:off x="10431951" y="763427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/>
          <p:cNvSpPr/>
          <p:nvPr/>
        </p:nvSpPr>
        <p:spPr>
          <a:xfrm rot="1620491">
            <a:off x="10881435" y="765210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8756318">
            <a:off x="10673311" y="1226054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/>
          <p:cNvSpPr/>
          <p:nvPr/>
        </p:nvSpPr>
        <p:spPr>
          <a:xfrm rot="15043654">
            <a:off x="10320191" y="702467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620491">
            <a:off x="11013515" y="724570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/>
          <p:cNvSpPr/>
          <p:nvPr/>
        </p:nvSpPr>
        <p:spPr>
          <a:xfrm rot="8756318">
            <a:off x="10642831" y="1337814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6895077">
            <a:off x="6528341" y="4091978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6895077">
            <a:off x="5471991" y="4082869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6895077">
            <a:off x="4007377" y="3269003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6895077">
            <a:off x="3835554" y="2158781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6895077">
            <a:off x="5135798" y="839937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6895077">
            <a:off x="6856284" y="1120186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6895077">
            <a:off x="7196533" y="2584104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9" name="Title 1"/>
          <p:cNvSpPr txBox="1"/>
          <p:nvPr/>
        </p:nvSpPr>
        <p:spPr>
          <a:xfrm>
            <a:off x="-8124166" y="2384979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9544543" y="-2131868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/>
          <p:nvPr/>
        </p:nvSpPr>
        <p:spPr>
          <a:xfrm>
            <a:off x="2543223" y="2156958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Fan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518" y="78391"/>
            <a:ext cx="2084485" cy="2084485"/>
          </a:xfrm>
          <a:prstGeom prst="rect">
            <a:avLst/>
          </a:prstGeom>
        </p:spPr>
      </p:pic>
      <p:sp>
        <p:nvSpPr>
          <p:cNvPr id="20" name="Arc 19"/>
          <p:cNvSpPr/>
          <p:nvPr/>
        </p:nvSpPr>
        <p:spPr>
          <a:xfrm rot="15043654">
            <a:off x="10431951" y="763427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/>
          <p:cNvSpPr/>
          <p:nvPr/>
        </p:nvSpPr>
        <p:spPr>
          <a:xfrm rot="1620491">
            <a:off x="10881435" y="765210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8756318">
            <a:off x="10673311" y="1226054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2033408">
            <a:off x="10302456" y="1021932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/>
          <p:cNvSpPr/>
          <p:nvPr/>
        </p:nvSpPr>
        <p:spPr>
          <a:xfrm rot="5746072">
            <a:off x="10997026" y="1181099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/>
          <p:cNvSpPr/>
          <p:nvPr/>
        </p:nvSpPr>
        <p:spPr>
          <a:xfrm rot="20210245">
            <a:off x="10712705" y="534126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4284695">
            <a:off x="7135949" y="2985758"/>
            <a:ext cx="1517700" cy="1097811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 dirty="0"/>
          </a:p>
        </p:txBody>
      </p:sp>
      <p:sp>
        <p:nvSpPr>
          <p:cNvPr id="3" name="Freeform: Shape 2"/>
          <p:cNvSpPr/>
          <p:nvPr/>
        </p:nvSpPr>
        <p:spPr>
          <a:xfrm rot="4284695">
            <a:off x="6638016" y="3849851"/>
            <a:ext cx="883636" cy="1642284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4284695">
            <a:off x="4890517" y="4148948"/>
            <a:ext cx="1306537" cy="144811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4284695">
            <a:off x="3700748" y="3431226"/>
            <a:ext cx="1684479" cy="724963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4284695">
            <a:off x="4036778" y="1610162"/>
            <a:ext cx="1306826" cy="1448442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4284695">
            <a:off x="5602293" y="747697"/>
            <a:ext cx="884598" cy="1642283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4284695">
            <a:off x="6582778" y="1431987"/>
            <a:ext cx="1517701" cy="1098578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9" name="Title 1"/>
          <p:cNvSpPr txBox="1"/>
          <p:nvPr/>
        </p:nvSpPr>
        <p:spPr>
          <a:xfrm>
            <a:off x="-8124166" y="2384979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Bulb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Light Bulb Black White Vector Images (over 100,000)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19399">
            <a:off x="9544543" y="-2131868"/>
            <a:ext cx="2512563" cy="25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/>
          <p:nvPr/>
        </p:nvSpPr>
        <p:spPr>
          <a:xfrm>
            <a:off x="2543223" y="2156958"/>
            <a:ext cx="7234936" cy="874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Arial Rounded MT Bold" panose="020F0704030504030204" pitchFamily="34" charset="0"/>
              </a:rPr>
              <a:t>Fan</a:t>
            </a:r>
            <a:endParaRPr lang="en-IN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518" y="78391"/>
            <a:ext cx="2084485" cy="2084485"/>
          </a:xfrm>
          <a:prstGeom prst="rect">
            <a:avLst/>
          </a:prstGeom>
        </p:spPr>
      </p:pic>
      <p:sp>
        <p:nvSpPr>
          <p:cNvPr id="32" name="Arc 31"/>
          <p:cNvSpPr/>
          <p:nvPr/>
        </p:nvSpPr>
        <p:spPr>
          <a:xfrm rot="4670630">
            <a:off x="10909729" y="1046042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/>
          <p:cNvSpPr/>
          <p:nvPr/>
        </p:nvSpPr>
        <p:spPr>
          <a:xfrm rot="12847467">
            <a:off x="10463929" y="988589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/>
          <p:cNvSpPr/>
          <p:nvPr/>
        </p:nvSpPr>
        <p:spPr>
          <a:xfrm rot="19983294">
            <a:off x="10727541" y="557078"/>
            <a:ext cx="378897" cy="378897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/>
          <p:nvPr/>
        </p:nvSpPr>
        <p:spPr>
          <a:xfrm>
            <a:off x="-462846" y="-2683740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System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2308302" y="7381073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21" name="Title 1"/>
          <p:cNvSpPr txBox="1"/>
          <p:nvPr/>
        </p:nvSpPr>
        <p:spPr>
          <a:xfrm>
            <a:off x="11977529" y="8298387"/>
            <a:ext cx="910249" cy="9590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22" name="Title 1"/>
          <p:cNvSpPr txBox="1"/>
          <p:nvPr/>
        </p:nvSpPr>
        <p:spPr>
          <a:xfrm>
            <a:off x="13159548" y="6953277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23" name="Title 1"/>
          <p:cNvSpPr txBox="1"/>
          <p:nvPr/>
        </p:nvSpPr>
        <p:spPr>
          <a:xfrm>
            <a:off x="13135088" y="6971303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11905003" y="8032643"/>
            <a:ext cx="6839985" cy="12993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Office Table Chair White Laptop Stock Illustration 137050802 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94"/>
          <a:stretch>
            <a:fillRect/>
          </a:stretch>
        </p:blipFill>
        <p:spPr bwMode="auto">
          <a:xfrm>
            <a:off x="12318849" y="8032643"/>
            <a:ext cx="3714750" cy="238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Connector 25"/>
          <p:cNvCxnSpPr/>
          <p:nvPr/>
        </p:nvCxnSpPr>
        <p:spPr>
          <a:xfrm flipH="1" flipV="1">
            <a:off x="18744988" y="8032643"/>
            <a:ext cx="2351314" cy="1873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10" descr="Switch Board Vector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8" b="13951"/>
          <a:stretch>
            <a:fillRect/>
          </a:stretch>
        </p:blipFill>
        <p:spPr bwMode="auto">
          <a:xfrm>
            <a:off x="17272175" y="5772625"/>
            <a:ext cx="1029891" cy="881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: Rounded Corners 27"/>
          <p:cNvSpPr/>
          <p:nvPr/>
        </p:nvSpPr>
        <p:spPr>
          <a:xfrm rot="21413395">
            <a:off x="16654365" y="6009129"/>
            <a:ext cx="634662" cy="48103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ylinder 28"/>
          <p:cNvSpPr/>
          <p:nvPr/>
        </p:nvSpPr>
        <p:spPr>
          <a:xfrm>
            <a:off x="14549907" y="8684213"/>
            <a:ext cx="267516" cy="161564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itle 1"/>
          <p:cNvSpPr txBox="1"/>
          <p:nvPr/>
        </p:nvSpPr>
        <p:spPr>
          <a:xfrm>
            <a:off x="14301928" y="7389548"/>
            <a:ext cx="3991006" cy="808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Trans</a:t>
            </a:r>
            <a:r>
              <a:rPr lang="en-IN" sz="2000" b="1" dirty="0">
                <a:latin typeface="Arial Rounded MT Bold" panose="020F0704030504030204" pitchFamily="34" charset="0"/>
              </a:rPr>
              <a:t>mitter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5496050" y="6399972"/>
            <a:ext cx="3991006" cy="808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Rec</a:t>
            </a:r>
            <a:r>
              <a:rPr lang="en-IN" sz="2000" b="1" dirty="0">
                <a:latin typeface="Arial Rounded MT Bold" panose="020F0704030504030204" pitchFamily="34" charset="0"/>
              </a:rPr>
              <a:t>eiver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4948602" y="8197983"/>
            <a:ext cx="937549" cy="48434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16971696" y="6591048"/>
            <a:ext cx="286172" cy="25823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8043027" y="8358428"/>
            <a:ext cx="6839985" cy="12993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 rot="1942689">
            <a:off x="511239" y="1039692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3" name="Freeform: Shape 2"/>
          <p:cNvSpPr/>
          <p:nvPr/>
        </p:nvSpPr>
        <p:spPr>
          <a:xfrm rot="1942689">
            <a:off x="848896" y="2877834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" name="Freeform: Shape 3"/>
          <p:cNvSpPr/>
          <p:nvPr/>
        </p:nvSpPr>
        <p:spPr>
          <a:xfrm rot="1942689">
            <a:off x="-1048639" y="4692135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5" name="Freeform: Shape 4"/>
          <p:cNvSpPr/>
          <p:nvPr/>
        </p:nvSpPr>
        <p:spPr>
          <a:xfrm rot="1942689">
            <a:off x="-3493839" y="4920119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6" name="Freeform: Shape 5"/>
          <p:cNvSpPr/>
          <p:nvPr/>
        </p:nvSpPr>
        <p:spPr>
          <a:xfrm rot="1942689">
            <a:off x="-4408698" y="2561172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7" name="Freeform: Shape 6"/>
          <p:cNvSpPr/>
          <p:nvPr/>
        </p:nvSpPr>
        <p:spPr>
          <a:xfrm rot="1942689">
            <a:off x="-3248452" y="266801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8" name="Freeform: Shape 7"/>
          <p:cNvSpPr/>
          <p:nvPr/>
        </p:nvSpPr>
        <p:spPr>
          <a:xfrm rot="1942689">
            <a:off x="-1847281" y="-63074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10" name="Title 1"/>
          <p:cNvSpPr txBox="1"/>
          <p:nvPr/>
        </p:nvSpPr>
        <p:spPr>
          <a:xfrm>
            <a:off x="1301510" y="-486513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System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2589039" y="3087289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3586880" y="2739012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3256107" y="3656326"/>
            <a:ext cx="910249" cy="9590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4438126" y="2311216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4413666" y="2329242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023566" y="447351"/>
            <a:ext cx="0" cy="2943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3183581" y="3390582"/>
            <a:ext cx="6839985" cy="12993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Office Table Chair White Laptop Stock Illustration 137050802 | Shutterstock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94"/>
          <a:stretch>
            <a:fillRect/>
          </a:stretch>
        </p:blipFill>
        <p:spPr bwMode="auto">
          <a:xfrm>
            <a:off x="3597427" y="3390582"/>
            <a:ext cx="3714750" cy="238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/>
          <p:cNvCxnSpPr/>
          <p:nvPr/>
        </p:nvCxnSpPr>
        <p:spPr>
          <a:xfrm flipH="1" flipV="1">
            <a:off x="10023566" y="3390582"/>
            <a:ext cx="2351314" cy="1873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Switch Board Vector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8" b="13951"/>
          <a:stretch>
            <a:fillRect/>
          </a:stretch>
        </p:blipFill>
        <p:spPr bwMode="auto">
          <a:xfrm>
            <a:off x="8550753" y="1130564"/>
            <a:ext cx="1029891" cy="881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/>
          <p:cNvSpPr/>
          <p:nvPr/>
        </p:nvSpPr>
        <p:spPr>
          <a:xfrm rot="21413395">
            <a:off x="7932943" y="1367068"/>
            <a:ext cx="634662" cy="48103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Cylinder 34"/>
          <p:cNvSpPr/>
          <p:nvPr/>
        </p:nvSpPr>
        <p:spPr>
          <a:xfrm>
            <a:off x="5828485" y="4042152"/>
            <a:ext cx="267516" cy="161564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itle 1"/>
          <p:cNvSpPr txBox="1"/>
          <p:nvPr/>
        </p:nvSpPr>
        <p:spPr>
          <a:xfrm>
            <a:off x="5580506" y="2747487"/>
            <a:ext cx="3991006" cy="808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Trans</a:t>
            </a:r>
            <a:r>
              <a:rPr lang="en-IN" sz="2000" b="1" dirty="0">
                <a:latin typeface="Arial Rounded MT Bold" panose="020F0704030504030204" pitchFamily="34" charset="0"/>
              </a:rPr>
              <a:t>mitter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37" name="Title 1"/>
          <p:cNvSpPr txBox="1"/>
          <p:nvPr/>
        </p:nvSpPr>
        <p:spPr>
          <a:xfrm>
            <a:off x="6774628" y="1757911"/>
            <a:ext cx="3991006" cy="808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Rec</a:t>
            </a:r>
            <a:r>
              <a:rPr lang="en-IN" sz="2000" b="1" dirty="0">
                <a:latin typeface="Arial Rounded MT Bold" panose="020F0704030504030204" pitchFamily="34" charset="0"/>
              </a:rPr>
              <a:t>eiver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6227180" y="3555922"/>
            <a:ext cx="937549" cy="48434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8250274" y="1948987"/>
            <a:ext cx="286172" cy="25823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 txBox="1"/>
          <p:nvPr/>
        </p:nvSpPr>
        <p:spPr>
          <a:xfrm>
            <a:off x="-361361" y="-2922376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Transmitter Block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47" name="Title 1"/>
          <p:cNvSpPr txBox="1"/>
          <p:nvPr/>
        </p:nvSpPr>
        <p:spPr>
          <a:xfrm>
            <a:off x="3256107" y="9203686"/>
            <a:ext cx="910249" cy="9590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48" name="Title 1"/>
          <p:cNvSpPr txBox="1"/>
          <p:nvPr/>
        </p:nvSpPr>
        <p:spPr>
          <a:xfrm>
            <a:off x="4438126" y="7858576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49" name="Rectangle: Rounded Corners 48"/>
          <p:cNvSpPr/>
          <p:nvPr/>
        </p:nvSpPr>
        <p:spPr>
          <a:xfrm>
            <a:off x="6434213" y="-6711447"/>
            <a:ext cx="1885727" cy="33528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Arduino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Nano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0" name="Rectangle: Rounded Corners 49"/>
          <p:cNvSpPr/>
          <p:nvPr/>
        </p:nvSpPr>
        <p:spPr>
          <a:xfrm>
            <a:off x="-6112472" y="-1867348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GYRO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1" name="Rectangle: Rounded Corners 50"/>
          <p:cNvSpPr/>
          <p:nvPr/>
        </p:nvSpPr>
        <p:spPr>
          <a:xfrm>
            <a:off x="-8757855" y="7138932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Touch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Sensor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2" name="Rectangle: Rounded Corners 51"/>
          <p:cNvSpPr/>
          <p:nvPr/>
        </p:nvSpPr>
        <p:spPr>
          <a:xfrm>
            <a:off x="14604343" y="-1216192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RGB 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LED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17533020" y="5479212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Arial Rounded MT Bold" panose="020F0704030504030204" pitchFamily="34" charset="0"/>
              </a:rPr>
              <a:t>n</a:t>
            </a:r>
            <a:r>
              <a:rPr lang="en-US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RF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-8687848" y="12940718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Wireless Charging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Coil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5" name="Rectangle: Rounded Corners 54"/>
          <p:cNvSpPr/>
          <p:nvPr/>
        </p:nvSpPr>
        <p:spPr>
          <a:xfrm>
            <a:off x="7481546" y="13317281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BMS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16945575" y="11677868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Battery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Arrow: Right 56"/>
          <p:cNvSpPr/>
          <p:nvPr/>
        </p:nvSpPr>
        <p:spPr>
          <a:xfrm>
            <a:off x="-8493269" y="464583"/>
            <a:ext cx="763015" cy="294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/>
          <p:cNvSpPr/>
          <p:nvPr/>
        </p:nvSpPr>
        <p:spPr>
          <a:xfrm>
            <a:off x="-324076" y="8409748"/>
            <a:ext cx="763015" cy="294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/>
          <p:cNvSpPr/>
          <p:nvPr/>
        </p:nvSpPr>
        <p:spPr>
          <a:xfrm>
            <a:off x="15253417" y="3390582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/>
          <p:cNvSpPr/>
          <p:nvPr/>
        </p:nvSpPr>
        <p:spPr>
          <a:xfrm>
            <a:off x="16196281" y="9386113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/>
          <p:cNvSpPr/>
          <p:nvPr/>
        </p:nvSpPr>
        <p:spPr>
          <a:xfrm rot="16200000">
            <a:off x="14163381" y="13629444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/>
          <p:cNvSpPr/>
          <p:nvPr/>
        </p:nvSpPr>
        <p:spPr>
          <a:xfrm>
            <a:off x="494555" y="11748070"/>
            <a:ext cx="348707" cy="1746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Left-Right 62"/>
          <p:cNvSpPr/>
          <p:nvPr/>
        </p:nvSpPr>
        <p:spPr>
          <a:xfrm>
            <a:off x="7858759" y="11713562"/>
            <a:ext cx="333067" cy="174685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306484" y="0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Transmitter Block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2589039" y="3087289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3256107" y="3656326"/>
            <a:ext cx="910249" cy="9590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4438126" y="2311216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6095999" y="1968135"/>
            <a:ext cx="1885727" cy="33528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Arduino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Nano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3447258" y="2510794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GYRO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3447257" y="3559371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Touch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Sensor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8569303" y="2510794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RGB 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LED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8541420" y="3655722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Arial Rounded MT Bold" panose="020F0704030504030204" pitchFamily="34" charset="0"/>
              </a:rPr>
              <a:t>n</a:t>
            </a:r>
            <a:r>
              <a:rPr lang="en-US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RF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3747992" y="5849525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Wireless Charging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Coil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: Rounded Corners 27"/>
          <p:cNvSpPr/>
          <p:nvPr/>
        </p:nvSpPr>
        <p:spPr>
          <a:xfrm>
            <a:off x="5973032" y="5846946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BMS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8197815" y="5846946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Battery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0" name="Arrow: Right 29"/>
          <p:cNvSpPr/>
          <p:nvPr/>
        </p:nvSpPr>
        <p:spPr>
          <a:xfrm>
            <a:off x="5332984" y="2739012"/>
            <a:ext cx="763015" cy="294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/>
          <p:cNvSpPr/>
          <p:nvPr/>
        </p:nvSpPr>
        <p:spPr>
          <a:xfrm>
            <a:off x="5332984" y="3806599"/>
            <a:ext cx="763015" cy="294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/>
          <p:cNvSpPr/>
          <p:nvPr/>
        </p:nvSpPr>
        <p:spPr>
          <a:xfrm>
            <a:off x="7981726" y="2755302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/>
          <p:cNvSpPr/>
          <p:nvPr/>
        </p:nvSpPr>
        <p:spPr>
          <a:xfrm>
            <a:off x="7981726" y="3903912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/>
          <p:cNvSpPr/>
          <p:nvPr/>
        </p:nvSpPr>
        <p:spPr>
          <a:xfrm rot="16200000">
            <a:off x="6698980" y="5405984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/>
          <p:cNvSpPr/>
          <p:nvPr/>
        </p:nvSpPr>
        <p:spPr>
          <a:xfrm>
            <a:off x="5633719" y="6166202"/>
            <a:ext cx="348707" cy="1746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Left-Right 42"/>
          <p:cNvSpPr/>
          <p:nvPr/>
        </p:nvSpPr>
        <p:spPr>
          <a:xfrm>
            <a:off x="7858759" y="6166202"/>
            <a:ext cx="333067" cy="174685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/>
          <p:cNvSpPr/>
          <p:nvPr/>
        </p:nvSpPr>
        <p:spPr>
          <a:xfrm rot="4341943">
            <a:off x="502759" y="3040073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62" name="Freeform: Shape 61"/>
          <p:cNvSpPr/>
          <p:nvPr/>
        </p:nvSpPr>
        <p:spPr>
          <a:xfrm rot="4341943">
            <a:off x="-187205" y="4310413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63" name="Freeform: Shape 62"/>
          <p:cNvSpPr/>
          <p:nvPr/>
        </p:nvSpPr>
        <p:spPr>
          <a:xfrm rot="4341943">
            <a:off x="-2787738" y="4716675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1024" name="Freeform: Shape 1023"/>
          <p:cNvSpPr/>
          <p:nvPr/>
        </p:nvSpPr>
        <p:spPr>
          <a:xfrm rot="4341943">
            <a:off x="-4528197" y="3625989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1025" name="Freeform: Shape 1024"/>
          <p:cNvSpPr/>
          <p:nvPr/>
        </p:nvSpPr>
        <p:spPr>
          <a:xfrm rot="4341943">
            <a:off x="-3992967" y="924800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1027" name="Freeform: Shape 1026"/>
          <p:cNvSpPr/>
          <p:nvPr/>
        </p:nvSpPr>
        <p:spPr>
          <a:xfrm rot="4341943">
            <a:off x="-1648788" y="-322702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1028" name="Freeform: Shape 1027"/>
          <p:cNvSpPr/>
          <p:nvPr/>
        </p:nvSpPr>
        <p:spPr>
          <a:xfrm rot="4341943">
            <a:off x="121593" y="492975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1029" name="Title 1"/>
          <p:cNvSpPr txBox="1"/>
          <p:nvPr/>
        </p:nvSpPr>
        <p:spPr>
          <a:xfrm>
            <a:off x="11481830" y="-638913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System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030" name="Title 1"/>
          <p:cNvSpPr txBox="1"/>
          <p:nvPr/>
        </p:nvSpPr>
        <p:spPr>
          <a:xfrm>
            <a:off x="956890" y="-2607004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Receiver </a:t>
            </a:r>
            <a:endParaRPr lang="en-IN" sz="4400" b="1" dirty="0">
              <a:latin typeface="Arial Rounded MT Bold" panose="020F0704030504030204" pitchFamily="34" charset="0"/>
            </a:endParaRPr>
          </a:p>
          <a:p>
            <a:r>
              <a:rPr lang="en-IN" sz="4400" b="1" dirty="0">
                <a:latin typeface="Arial Rounded MT Bold" panose="020F0704030504030204" pitchFamily="34" charset="0"/>
              </a:rPr>
              <a:t>Block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031" name="Title 1"/>
          <p:cNvSpPr txBox="1"/>
          <p:nvPr/>
        </p:nvSpPr>
        <p:spPr>
          <a:xfrm>
            <a:off x="14651120" y="8623315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1032" name="Title 1"/>
          <p:cNvSpPr txBox="1"/>
          <p:nvPr/>
        </p:nvSpPr>
        <p:spPr>
          <a:xfrm>
            <a:off x="14320347" y="9540629"/>
            <a:ext cx="910249" cy="9590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1033" name="Title 1"/>
          <p:cNvSpPr txBox="1"/>
          <p:nvPr/>
        </p:nvSpPr>
        <p:spPr>
          <a:xfrm>
            <a:off x="15502366" y="8195519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1035" name="Title 1"/>
          <p:cNvSpPr txBox="1"/>
          <p:nvPr/>
        </p:nvSpPr>
        <p:spPr>
          <a:xfrm>
            <a:off x="15477906" y="8213545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cxnSp>
        <p:nvCxnSpPr>
          <p:cNvPr id="1036" name="Straight Connector 1035"/>
          <p:cNvCxnSpPr/>
          <p:nvPr/>
        </p:nvCxnSpPr>
        <p:spPr>
          <a:xfrm>
            <a:off x="21087806" y="6331654"/>
            <a:ext cx="0" cy="2943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/>
          <p:cNvCxnSpPr/>
          <p:nvPr/>
        </p:nvCxnSpPr>
        <p:spPr>
          <a:xfrm flipV="1">
            <a:off x="14247821" y="9274885"/>
            <a:ext cx="6839985" cy="12993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Picture 2" descr="Office Table Chair White Laptop Stock Illustration 137050802 | Shutterstock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94"/>
          <a:stretch>
            <a:fillRect/>
          </a:stretch>
        </p:blipFill>
        <p:spPr bwMode="auto">
          <a:xfrm>
            <a:off x="14661667" y="9274885"/>
            <a:ext cx="3714750" cy="238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/>
          <p:cNvCxnSpPr/>
          <p:nvPr/>
        </p:nvCxnSpPr>
        <p:spPr>
          <a:xfrm flipH="1" flipV="1">
            <a:off x="21087806" y="9274885"/>
            <a:ext cx="2351314" cy="1873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Picture 10" descr="Switch Board Vector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8" b="13951"/>
          <a:stretch>
            <a:fillRect/>
          </a:stretch>
        </p:blipFill>
        <p:spPr bwMode="auto">
          <a:xfrm>
            <a:off x="19614993" y="7014867"/>
            <a:ext cx="1029891" cy="881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Rectangle: Rounded Corners 1040"/>
          <p:cNvSpPr/>
          <p:nvPr/>
        </p:nvSpPr>
        <p:spPr>
          <a:xfrm rot="21413395">
            <a:off x="18997183" y="7251371"/>
            <a:ext cx="634662" cy="48103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2" name="Cylinder 1041"/>
          <p:cNvSpPr/>
          <p:nvPr/>
        </p:nvSpPr>
        <p:spPr>
          <a:xfrm>
            <a:off x="16892725" y="9926455"/>
            <a:ext cx="267516" cy="161564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Title 1"/>
          <p:cNvSpPr txBox="1"/>
          <p:nvPr/>
        </p:nvSpPr>
        <p:spPr>
          <a:xfrm>
            <a:off x="16644746" y="8631790"/>
            <a:ext cx="3991006" cy="808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Trans</a:t>
            </a:r>
            <a:r>
              <a:rPr lang="en-IN" sz="2000" b="1" dirty="0">
                <a:latin typeface="Arial Rounded MT Bold" panose="020F0704030504030204" pitchFamily="34" charset="0"/>
              </a:rPr>
              <a:t>mitter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1044" name="Title 1"/>
          <p:cNvSpPr txBox="1"/>
          <p:nvPr/>
        </p:nvSpPr>
        <p:spPr>
          <a:xfrm>
            <a:off x="17838868" y="7642214"/>
            <a:ext cx="3991006" cy="808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Rec</a:t>
            </a:r>
            <a:r>
              <a:rPr lang="en-IN" sz="2000" b="1" dirty="0">
                <a:latin typeface="Arial Rounded MT Bold" panose="020F0704030504030204" pitchFamily="34" charset="0"/>
              </a:rPr>
              <a:t>eiver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cxnSp>
        <p:nvCxnSpPr>
          <p:cNvPr id="1045" name="Straight Arrow Connector 1044"/>
          <p:cNvCxnSpPr/>
          <p:nvPr/>
        </p:nvCxnSpPr>
        <p:spPr>
          <a:xfrm flipH="1">
            <a:off x="17291420" y="9440225"/>
            <a:ext cx="937549" cy="48434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/>
          <p:cNvCxnSpPr/>
          <p:nvPr/>
        </p:nvCxnSpPr>
        <p:spPr>
          <a:xfrm flipH="1" flipV="1">
            <a:off x="19314514" y="7833290"/>
            <a:ext cx="286172" cy="25823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itle 1"/>
          <p:cNvSpPr txBox="1"/>
          <p:nvPr/>
        </p:nvSpPr>
        <p:spPr>
          <a:xfrm>
            <a:off x="2589039" y="9975769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048" name="Title 1"/>
          <p:cNvSpPr txBox="1"/>
          <p:nvPr/>
        </p:nvSpPr>
        <p:spPr>
          <a:xfrm>
            <a:off x="3256107" y="10544806"/>
            <a:ext cx="910249" cy="9590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1049" name="Title 1"/>
          <p:cNvSpPr txBox="1"/>
          <p:nvPr/>
        </p:nvSpPr>
        <p:spPr>
          <a:xfrm>
            <a:off x="4047149" y="9737834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1050" name="Rectangle: Rounded Corners 1049"/>
          <p:cNvSpPr/>
          <p:nvPr/>
        </p:nvSpPr>
        <p:spPr>
          <a:xfrm>
            <a:off x="19702020" y="13042572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Servo 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Motor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51" name="Rectangle: Rounded Corners 1050"/>
          <p:cNvSpPr/>
          <p:nvPr/>
        </p:nvSpPr>
        <p:spPr>
          <a:xfrm>
            <a:off x="22263463" y="-2079491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Relay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52" name="Rectangle: Rounded Corners 1051"/>
          <p:cNvSpPr/>
          <p:nvPr/>
        </p:nvSpPr>
        <p:spPr>
          <a:xfrm>
            <a:off x="-13168546" y="2000606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Arial Rounded MT Bold" panose="020F0704030504030204" pitchFamily="34" charset="0"/>
              </a:rPr>
              <a:t>n</a:t>
            </a:r>
            <a:r>
              <a:rPr lang="en-US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RF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53" name="Arrow: Right 1052"/>
          <p:cNvSpPr/>
          <p:nvPr/>
        </p:nvSpPr>
        <p:spPr>
          <a:xfrm>
            <a:off x="4942007" y="10165630"/>
            <a:ext cx="763015" cy="294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Arrow: Right 1053"/>
          <p:cNvSpPr/>
          <p:nvPr/>
        </p:nvSpPr>
        <p:spPr>
          <a:xfrm>
            <a:off x="7590749" y="10181920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Arrow: Right 1054"/>
          <p:cNvSpPr/>
          <p:nvPr/>
        </p:nvSpPr>
        <p:spPr>
          <a:xfrm>
            <a:off x="7590749" y="11330530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Title 1"/>
          <p:cNvSpPr txBox="1"/>
          <p:nvPr/>
        </p:nvSpPr>
        <p:spPr>
          <a:xfrm flipH="1" flipV="1">
            <a:off x="6843737" y="10575606"/>
            <a:ext cx="743722" cy="33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Arduino IDE</a:t>
            </a:r>
            <a:endParaRPr lang="en-IN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1057" name="Oval 1056"/>
          <p:cNvSpPr/>
          <p:nvPr/>
        </p:nvSpPr>
        <p:spPr>
          <a:xfrm flipH="1" flipV="1">
            <a:off x="6583058" y="9621950"/>
            <a:ext cx="341607" cy="48944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Oval 1057"/>
          <p:cNvSpPr/>
          <p:nvPr/>
        </p:nvSpPr>
        <p:spPr>
          <a:xfrm flipH="1" flipV="1">
            <a:off x="6427058" y="10189871"/>
            <a:ext cx="220717" cy="3162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Oval 1058"/>
          <p:cNvSpPr/>
          <p:nvPr/>
        </p:nvSpPr>
        <p:spPr>
          <a:xfrm flipH="1" flipV="1">
            <a:off x="6780675" y="10449190"/>
            <a:ext cx="126123" cy="1807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Oval 1059"/>
          <p:cNvSpPr/>
          <p:nvPr/>
        </p:nvSpPr>
        <p:spPr>
          <a:xfrm flipH="1" flipV="1">
            <a:off x="6906798" y="10076587"/>
            <a:ext cx="80928" cy="11595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Oval 1060"/>
          <p:cNvSpPr/>
          <p:nvPr/>
        </p:nvSpPr>
        <p:spPr>
          <a:xfrm flipH="1" flipV="1">
            <a:off x="6987726" y="9451090"/>
            <a:ext cx="198352" cy="2841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Oval 1061"/>
          <p:cNvSpPr/>
          <p:nvPr/>
        </p:nvSpPr>
        <p:spPr>
          <a:xfrm flipH="1" flipV="1">
            <a:off x="6731087" y="9430724"/>
            <a:ext cx="99176" cy="14209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Oval 1062"/>
          <p:cNvSpPr/>
          <p:nvPr/>
        </p:nvSpPr>
        <p:spPr>
          <a:xfrm flipV="1">
            <a:off x="6420079" y="9572821"/>
            <a:ext cx="162979" cy="23351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" name="Title 1"/>
          <p:cNvSpPr txBox="1"/>
          <p:nvPr/>
        </p:nvSpPr>
        <p:spPr>
          <a:xfrm flipH="1" flipV="1">
            <a:off x="7151661" y="9735285"/>
            <a:ext cx="439086" cy="1905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Proteus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1065" name="Title 1"/>
          <p:cNvSpPr txBox="1"/>
          <p:nvPr/>
        </p:nvSpPr>
        <p:spPr>
          <a:xfrm flipH="1" flipV="1">
            <a:off x="6018233" y="9771405"/>
            <a:ext cx="439086" cy="1905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Corel Draw</a:t>
            </a:r>
            <a:endParaRPr lang="en-IN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1066" name="Title 1"/>
          <p:cNvSpPr txBox="1"/>
          <p:nvPr/>
        </p:nvSpPr>
        <p:spPr>
          <a:xfrm flipH="1" flipV="1">
            <a:off x="5932875" y="10439360"/>
            <a:ext cx="439086" cy="1905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Fusion 360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1067" name="Rectangle: Rounded Corners 1066"/>
          <p:cNvSpPr/>
          <p:nvPr/>
        </p:nvSpPr>
        <p:spPr>
          <a:xfrm>
            <a:off x="-3465702" y="11503864"/>
            <a:ext cx="1885727" cy="33528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Arduino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Nano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972729" y="315604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Receiver </a:t>
            </a:r>
            <a:endParaRPr lang="en-IN" sz="4400" b="1" dirty="0">
              <a:latin typeface="Arial Rounded MT Bold" panose="020F0704030504030204" pitchFamily="34" charset="0"/>
            </a:endParaRPr>
          </a:p>
          <a:p>
            <a:r>
              <a:rPr lang="en-IN" sz="4400" b="1" dirty="0">
                <a:latin typeface="Arial Rounded MT Bold" panose="020F0704030504030204" pitchFamily="34" charset="0"/>
              </a:rPr>
              <a:t>Block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2589039" y="3087289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3256107" y="3656326"/>
            <a:ext cx="910249" cy="9590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4047149" y="2849354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8178325" y="4233852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Servo 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Motor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8178326" y="3048932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Relay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3092920" y="2976001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Arial Rounded MT Bold" panose="020F0704030504030204" pitchFamily="34" charset="0"/>
              </a:rPr>
              <a:t>n</a:t>
            </a:r>
            <a:r>
              <a:rPr lang="en-US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RF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0" name="Arrow: Right 29"/>
          <p:cNvSpPr/>
          <p:nvPr/>
        </p:nvSpPr>
        <p:spPr>
          <a:xfrm>
            <a:off x="4942007" y="3277150"/>
            <a:ext cx="763015" cy="294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/>
          <p:cNvSpPr/>
          <p:nvPr/>
        </p:nvSpPr>
        <p:spPr>
          <a:xfrm>
            <a:off x="7590749" y="3293440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/>
          <p:cNvSpPr/>
          <p:nvPr/>
        </p:nvSpPr>
        <p:spPr>
          <a:xfrm>
            <a:off x="7590749" y="4442050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/>
          <p:cNvSpPr/>
          <p:nvPr/>
        </p:nvSpPr>
        <p:spPr>
          <a:xfrm rot="7871521">
            <a:off x="-1155109" y="5050010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45" name="Freeform: Shape 44"/>
          <p:cNvSpPr/>
          <p:nvPr/>
        </p:nvSpPr>
        <p:spPr>
          <a:xfrm rot="7871521">
            <a:off x="-2718002" y="4519241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6" name="Freeform: Shape 45"/>
          <p:cNvSpPr/>
          <p:nvPr/>
        </p:nvSpPr>
        <p:spPr>
          <a:xfrm rot="7871521">
            <a:off x="-4439844" y="2842828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47" name="Freeform: Shape 46"/>
          <p:cNvSpPr/>
          <p:nvPr/>
        </p:nvSpPr>
        <p:spPr>
          <a:xfrm rot="7871521">
            <a:off x="-4083428" y="1288369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48" name="Freeform: Shape 47"/>
          <p:cNvSpPr/>
          <p:nvPr/>
        </p:nvSpPr>
        <p:spPr>
          <a:xfrm rot="7871521">
            <a:off x="-1819690" y="-151109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49" name="Freeform: Shape 48"/>
          <p:cNvSpPr/>
          <p:nvPr/>
        </p:nvSpPr>
        <p:spPr>
          <a:xfrm rot="7871521">
            <a:off x="748271" y="703419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50" name="Freeform: Shape 49"/>
          <p:cNvSpPr/>
          <p:nvPr/>
        </p:nvSpPr>
        <p:spPr>
          <a:xfrm rot="7871521">
            <a:off x="457258" y="3236609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52" name="Title 1"/>
          <p:cNvSpPr txBox="1"/>
          <p:nvPr/>
        </p:nvSpPr>
        <p:spPr>
          <a:xfrm flipH="1" flipV="1">
            <a:off x="6843737" y="3687126"/>
            <a:ext cx="743722" cy="33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Arduino IDE</a:t>
            </a:r>
            <a:endParaRPr lang="en-IN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 flipH="1" flipV="1">
            <a:off x="6583058" y="2733470"/>
            <a:ext cx="341607" cy="48944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 flipH="1" flipV="1">
            <a:off x="6427058" y="3301391"/>
            <a:ext cx="220717" cy="3162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 flipH="1" flipV="1">
            <a:off x="6780675" y="3560710"/>
            <a:ext cx="126123" cy="1807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flipH="1" flipV="1">
            <a:off x="6906798" y="3188107"/>
            <a:ext cx="80928" cy="11595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 flipH="1" flipV="1">
            <a:off x="6987726" y="2562610"/>
            <a:ext cx="198352" cy="2841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 flipH="1" flipV="1">
            <a:off x="6731087" y="2542244"/>
            <a:ext cx="99176" cy="14209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flipV="1">
            <a:off x="6420079" y="2684341"/>
            <a:ext cx="162979" cy="23351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itle 1"/>
          <p:cNvSpPr txBox="1"/>
          <p:nvPr/>
        </p:nvSpPr>
        <p:spPr>
          <a:xfrm flipH="1" flipV="1">
            <a:off x="7151661" y="2846805"/>
            <a:ext cx="439086" cy="1905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Proteus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61" name="Title 1"/>
          <p:cNvSpPr txBox="1"/>
          <p:nvPr/>
        </p:nvSpPr>
        <p:spPr>
          <a:xfrm flipH="1" flipV="1">
            <a:off x="6018233" y="2882925"/>
            <a:ext cx="439086" cy="1905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Corel Draw</a:t>
            </a:r>
            <a:endParaRPr lang="en-IN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62" name="Title 1"/>
          <p:cNvSpPr txBox="1"/>
          <p:nvPr/>
        </p:nvSpPr>
        <p:spPr>
          <a:xfrm flipH="1" flipV="1">
            <a:off x="5932875" y="3550880"/>
            <a:ext cx="439086" cy="1905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Fusion 360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705022" y="2506273"/>
            <a:ext cx="1885727" cy="33528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Arduino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Nano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" name="Title 1"/>
          <p:cNvSpPr txBox="1"/>
          <p:nvPr/>
        </p:nvSpPr>
        <p:spPr>
          <a:xfrm>
            <a:off x="12614564" y="-883456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Transmitter Block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64" name="Title 1"/>
          <p:cNvSpPr txBox="1"/>
          <p:nvPr/>
        </p:nvSpPr>
        <p:spPr>
          <a:xfrm>
            <a:off x="93763" y="-2822999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Required 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Software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5" name="Title 1"/>
          <p:cNvSpPr txBox="1"/>
          <p:nvPr/>
        </p:nvSpPr>
        <p:spPr>
          <a:xfrm>
            <a:off x="2256201" y="10585369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66" name="Title 1"/>
          <p:cNvSpPr txBox="1"/>
          <p:nvPr/>
        </p:nvSpPr>
        <p:spPr>
          <a:xfrm>
            <a:off x="2923269" y="11154406"/>
            <a:ext cx="910249" cy="9590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67" name="Title 1"/>
          <p:cNvSpPr txBox="1"/>
          <p:nvPr/>
        </p:nvSpPr>
        <p:spPr>
          <a:xfrm>
            <a:off x="4105288" y="9809296"/>
            <a:ext cx="1158953" cy="1303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: Rounded Corners 67"/>
          <p:cNvSpPr/>
          <p:nvPr/>
        </p:nvSpPr>
        <p:spPr>
          <a:xfrm>
            <a:off x="5329871" y="-6841024"/>
            <a:ext cx="1885727" cy="33528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Arduino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Nano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: Rounded Corners 68"/>
          <p:cNvSpPr/>
          <p:nvPr/>
        </p:nvSpPr>
        <p:spPr>
          <a:xfrm>
            <a:off x="-6562073" y="-1968449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GYRO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: Rounded Corners 69"/>
          <p:cNvSpPr/>
          <p:nvPr/>
        </p:nvSpPr>
        <p:spPr>
          <a:xfrm>
            <a:off x="-6803625" y="7674171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Touch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Sensor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: Rounded Corners 70"/>
          <p:cNvSpPr/>
          <p:nvPr/>
        </p:nvSpPr>
        <p:spPr>
          <a:xfrm>
            <a:off x="18233905" y="-1918923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RGB 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LED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Rectangle: Rounded Corners 71"/>
          <p:cNvSpPr/>
          <p:nvPr/>
        </p:nvSpPr>
        <p:spPr>
          <a:xfrm>
            <a:off x="20121584" y="4980412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Arial Rounded MT Bold" panose="020F0704030504030204" pitchFamily="34" charset="0"/>
              </a:rPr>
              <a:t>n</a:t>
            </a:r>
            <a:r>
              <a:rPr lang="en-US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RF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Rectangle: Rounded Corners 72"/>
          <p:cNvSpPr/>
          <p:nvPr/>
        </p:nvSpPr>
        <p:spPr>
          <a:xfrm>
            <a:off x="-5637406" y="13462404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Wireless Charging </a:t>
            </a:r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Coil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4" name="Rectangle: Rounded Corners 73"/>
          <p:cNvSpPr/>
          <p:nvPr/>
        </p:nvSpPr>
        <p:spPr>
          <a:xfrm>
            <a:off x="6243214" y="14559844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BMS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Rectangle: Rounded Corners 74"/>
          <p:cNvSpPr/>
          <p:nvPr/>
        </p:nvSpPr>
        <p:spPr>
          <a:xfrm>
            <a:off x="18233904" y="14411826"/>
            <a:ext cx="1885727" cy="753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Battery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6" name="Arrow: Right 75"/>
          <p:cNvSpPr/>
          <p:nvPr/>
        </p:nvSpPr>
        <p:spPr>
          <a:xfrm>
            <a:off x="5000146" y="10237092"/>
            <a:ext cx="763015" cy="294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/>
          <p:cNvSpPr/>
          <p:nvPr/>
        </p:nvSpPr>
        <p:spPr>
          <a:xfrm>
            <a:off x="5000146" y="11304679"/>
            <a:ext cx="763015" cy="294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Arrow: Right 77"/>
          <p:cNvSpPr/>
          <p:nvPr/>
        </p:nvSpPr>
        <p:spPr>
          <a:xfrm>
            <a:off x="7648888" y="10253382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Right 78"/>
          <p:cNvSpPr/>
          <p:nvPr/>
        </p:nvSpPr>
        <p:spPr>
          <a:xfrm>
            <a:off x="7648888" y="11401992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Arrow: Right 79"/>
          <p:cNvSpPr/>
          <p:nvPr/>
        </p:nvSpPr>
        <p:spPr>
          <a:xfrm rot="16200000">
            <a:off x="6366142" y="12904064"/>
            <a:ext cx="587577" cy="2943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Right 80"/>
          <p:cNvSpPr/>
          <p:nvPr/>
        </p:nvSpPr>
        <p:spPr>
          <a:xfrm>
            <a:off x="5300881" y="13664282"/>
            <a:ext cx="348707" cy="1746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row: Left-Right 81"/>
          <p:cNvSpPr/>
          <p:nvPr/>
        </p:nvSpPr>
        <p:spPr>
          <a:xfrm>
            <a:off x="7525921" y="13664282"/>
            <a:ext cx="333067" cy="174685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009157" y="-537039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Required 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Software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4131771" y="1773357"/>
            <a:ext cx="2204062" cy="6954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rial Rounded MT Bold" panose="020F0704030504030204" pitchFamily="34" charset="0"/>
              </a:rPr>
              <a:t>Arduino IDE</a:t>
            </a:r>
            <a:endParaRPr lang="en-IN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95999" y="3429000"/>
            <a:ext cx="1012371" cy="101237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916576" y="2612571"/>
            <a:ext cx="654109" cy="65410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148946" y="2356529"/>
            <a:ext cx="373774" cy="37377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909112" y="3261162"/>
            <a:ext cx="239834" cy="23983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5321282" y="4206948"/>
            <a:ext cx="587829" cy="5878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375762" y="4542988"/>
            <a:ext cx="293915" cy="29391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 flipH="1">
            <a:off x="7108369" y="4059990"/>
            <a:ext cx="482998" cy="48299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/>
          <p:cNvSpPr txBox="1"/>
          <p:nvPr/>
        </p:nvSpPr>
        <p:spPr>
          <a:xfrm>
            <a:off x="4122024" y="3812843"/>
            <a:ext cx="1301256" cy="3941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rial Rounded MT Bold" panose="020F0704030504030204" pitchFamily="34" charset="0"/>
              </a:rPr>
              <a:t>Proteus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7481004" y="3738132"/>
            <a:ext cx="1301256" cy="3941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b="1" dirty="0">
                <a:latin typeface="Arial Rounded MT Bold" panose="020F0704030504030204" pitchFamily="34" charset="0"/>
              </a:rPr>
              <a:t>Corel Draw</a:t>
            </a:r>
            <a:endParaRPr lang="en-IN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34" name="Title 1"/>
          <p:cNvSpPr txBox="1"/>
          <p:nvPr/>
        </p:nvSpPr>
        <p:spPr>
          <a:xfrm>
            <a:off x="7733968" y="2356529"/>
            <a:ext cx="1301256" cy="3941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latin typeface="Arial Rounded MT Bold" panose="020F0704030504030204" pitchFamily="34" charset="0"/>
              </a:rPr>
              <a:t>Fusion 360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45" name="Freeform: Shape 44"/>
          <p:cNvSpPr/>
          <p:nvPr/>
        </p:nvSpPr>
        <p:spPr>
          <a:xfrm rot="11061799">
            <a:off x="-3518421" y="4821789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46" name="Freeform: Shape 45"/>
          <p:cNvSpPr/>
          <p:nvPr/>
        </p:nvSpPr>
        <p:spPr>
          <a:xfrm rot="11061799">
            <a:off x="-4165460" y="2713697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47" name="Freeform: Shape 46"/>
          <p:cNvSpPr/>
          <p:nvPr/>
        </p:nvSpPr>
        <p:spPr>
          <a:xfrm rot="11061799">
            <a:off x="-3866105" y="639787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48" name="Freeform: Shape 47"/>
          <p:cNvSpPr/>
          <p:nvPr/>
        </p:nvSpPr>
        <p:spPr>
          <a:xfrm rot="11061799">
            <a:off x="-2090752" y="433132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49" name="Freeform: Shape 48"/>
          <p:cNvSpPr/>
          <p:nvPr/>
        </p:nvSpPr>
        <p:spPr>
          <a:xfrm rot="11061799">
            <a:off x="542596" y="729113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50" name="Freeform: Shape 49"/>
          <p:cNvSpPr/>
          <p:nvPr/>
        </p:nvSpPr>
        <p:spPr>
          <a:xfrm rot="11061799">
            <a:off x="676843" y="3094596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51" name="Freeform: Shape 50"/>
          <p:cNvSpPr/>
          <p:nvPr/>
        </p:nvSpPr>
        <p:spPr>
          <a:xfrm rot="11061799">
            <a:off x="-1100882" y="5025153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62" name="Title 1"/>
          <p:cNvSpPr txBox="1"/>
          <p:nvPr/>
        </p:nvSpPr>
        <p:spPr>
          <a:xfrm flipH="1" flipV="1">
            <a:off x="6095999" y="3691760"/>
            <a:ext cx="1008231" cy="31813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PCB</a:t>
            </a:r>
            <a:endParaRPr lang="en-IN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63" name="Title 1"/>
          <p:cNvSpPr txBox="1"/>
          <p:nvPr/>
        </p:nvSpPr>
        <p:spPr>
          <a:xfrm flipH="1" flipV="1">
            <a:off x="6210020" y="3877086"/>
            <a:ext cx="595249" cy="1802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Soldering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64" name="Title 1"/>
          <p:cNvSpPr txBox="1"/>
          <p:nvPr/>
        </p:nvSpPr>
        <p:spPr>
          <a:xfrm flipH="1" flipV="1">
            <a:off x="6285845" y="3654919"/>
            <a:ext cx="595249" cy="1802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Fecl3</a:t>
            </a:r>
            <a:endParaRPr lang="en-IN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65" name="Title 1"/>
          <p:cNvSpPr txBox="1"/>
          <p:nvPr/>
        </p:nvSpPr>
        <p:spPr>
          <a:xfrm flipH="1" flipV="1">
            <a:off x="6452855" y="3802212"/>
            <a:ext cx="595249" cy="1802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Drilling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66" name="Title 1"/>
          <p:cNvSpPr txBox="1"/>
          <p:nvPr/>
        </p:nvSpPr>
        <p:spPr>
          <a:xfrm flipH="1" flipV="1">
            <a:off x="6425772" y="3775534"/>
            <a:ext cx="595249" cy="1802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Acrylic</a:t>
            </a:r>
            <a:endParaRPr lang="en-IN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67" name="Title 1"/>
          <p:cNvSpPr txBox="1"/>
          <p:nvPr/>
        </p:nvSpPr>
        <p:spPr>
          <a:xfrm flipH="1" flipV="1">
            <a:off x="6314465" y="3819329"/>
            <a:ext cx="602111" cy="1460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Components</a:t>
            </a:r>
            <a:endParaRPr lang="en-IN" sz="1800" b="1" dirty="0">
              <a:latin typeface="Arial Rounded MT Bold" panose="020F0704030504030204" pitchFamily="34" charset="0"/>
            </a:endParaRPr>
          </a:p>
        </p:txBody>
      </p:sp>
      <p:sp>
        <p:nvSpPr>
          <p:cNvPr id="68" name="Title 1"/>
          <p:cNvSpPr txBox="1"/>
          <p:nvPr/>
        </p:nvSpPr>
        <p:spPr>
          <a:xfrm>
            <a:off x="11182843" y="-245692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Receiver </a:t>
            </a:r>
            <a:endParaRPr lang="en-IN" sz="4400" b="1" dirty="0">
              <a:latin typeface="Arial Rounded MT Bold" panose="020F0704030504030204" pitchFamily="34" charset="0"/>
            </a:endParaRPr>
          </a:p>
          <a:p>
            <a:r>
              <a:rPr lang="en-IN" sz="4400" b="1" dirty="0">
                <a:latin typeface="Arial Rounded MT Bold" panose="020F0704030504030204" pitchFamily="34" charset="0"/>
              </a:rPr>
              <a:t>Block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Diagram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70" name="Title 1"/>
          <p:cNvSpPr txBox="1"/>
          <p:nvPr/>
        </p:nvSpPr>
        <p:spPr>
          <a:xfrm>
            <a:off x="896696" y="-3526160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Required 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Hardware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009157" y="-537039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Required 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Hardware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95999" y="3429000"/>
            <a:ext cx="1012371" cy="101237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962296" y="2460171"/>
            <a:ext cx="654109" cy="65410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50826" y="2295569"/>
            <a:ext cx="373774" cy="37377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436672" y="3184962"/>
            <a:ext cx="239834" cy="23983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5077442" y="4374588"/>
            <a:ext cx="587829" cy="5878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375762" y="4603948"/>
            <a:ext cx="293915" cy="29391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 flipH="1">
            <a:off x="7321729" y="4212390"/>
            <a:ext cx="482998" cy="48299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 txBox="1"/>
          <p:nvPr/>
        </p:nvSpPr>
        <p:spPr>
          <a:xfrm>
            <a:off x="4131771" y="1773357"/>
            <a:ext cx="2204062" cy="6954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rial Rounded MT Bold" panose="020F0704030504030204" pitchFamily="34" charset="0"/>
              </a:rPr>
              <a:t>PCB</a:t>
            </a:r>
            <a:endParaRPr lang="en-IN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29" name="Title 1"/>
          <p:cNvSpPr txBox="1"/>
          <p:nvPr/>
        </p:nvSpPr>
        <p:spPr>
          <a:xfrm>
            <a:off x="4122024" y="3812843"/>
            <a:ext cx="1301256" cy="3941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rial Rounded MT Bold" panose="020F0704030504030204" pitchFamily="34" charset="0"/>
              </a:rPr>
              <a:t>Soldering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7481004" y="3738132"/>
            <a:ext cx="1301256" cy="3941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b="1" dirty="0">
                <a:latin typeface="Arial Rounded MT Bold" panose="020F0704030504030204" pitchFamily="34" charset="0"/>
              </a:rPr>
              <a:t>Fecl3</a:t>
            </a:r>
            <a:endParaRPr lang="en-IN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34" name="Title 1"/>
          <p:cNvSpPr txBox="1"/>
          <p:nvPr/>
        </p:nvSpPr>
        <p:spPr>
          <a:xfrm>
            <a:off x="7733968" y="2356529"/>
            <a:ext cx="1301256" cy="3941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latin typeface="Arial Rounded MT Bold" panose="020F0704030504030204" pitchFamily="34" charset="0"/>
              </a:rPr>
              <a:t>Drilling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6375762" y="4671867"/>
            <a:ext cx="1301256" cy="3941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b="1" dirty="0">
                <a:latin typeface="Arial Rounded MT Bold" panose="020F0704030504030204" pitchFamily="34" charset="0"/>
              </a:rPr>
              <a:t>Acrylic</a:t>
            </a:r>
            <a:endParaRPr lang="en-IN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4350949" y="4401010"/>
            <a:ext cx="2024813" cy="9176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latin typeface="Arial Rounded MT Bold" panose="020F0704030504030204" pitchFamily="34" charset="0"/>
              </a:rPr>
              <a:t>Components</a:t>
            </a:r>
            <a:endParaRPr lang="en-IN" sz="1800" b="1" dirty="0">
              <a:latin typeface="Arial Rounded MT Bold" panose="020F0704030504030204" pitchFamily="34" charset="0"/>
            </a:endParaRPr>
          </a:p>
        </p:txBody>
      </p:sp>
      <p:sp>
        <p:nvSpPr>
          <p:cNvPr id="37" name="Freeform: Shape 36"/>
          <p:cNvSpPr/>
          <p:nvPr/>
        </p:nvSpPr>
        <p:spPr>
          <a:xfrm rot="14314936">
            <a:off x="-4755929" y="2744947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38" name="Freeform: Shape 37"/>
          <p:cNvSpPr/>
          <p:nvPr/>
        </p:nvSpPr>
        <p:spPr>
          <a:xfrm rot="14314936">
            <a:off x="-3556525" y="437448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39" name="Freeform: Shape 38"/>
          <p:cNvSpPr/>
          <p:nvPr/>
        </p:nvSpPr>
        <p:spPr>
          <a:xfrm rot="14314936">
            <a:off x="-1712472" y="-217578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40" name="Freeform: Shape 39"/>
          <p:cNvSpPr/>
          <p:nvPr/>
        </p:nvSpPr>
        <p:spPr>
          <a:xfrm rot="14314936">
            <a:off x="284797" y="1308815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41" name="Freeform: Shape 40"/>
          <p:cNvSpPr/>
          <p:nvPr/>
        </p:nvSpPr>
        <p:spPr>
          <a:xfrm rot="14314936">
            <a:off x="360994" y="3177519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42" name="Freeform: Shape 41"/>
          <p:cNvSpPr/>
          <p:nvPr/>
        </p:nvSpPr>
        <p:spPr>
          <a:xfrm rot="14314936">
            <a:off x="-1034586" y="4589089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43" name="Freeform: Shape 42"/>
          <p:cNvSpPr/>
          <p:nvPr/>
        </p:nvSpPr>
        <p:spPr>
          <a:xfrm rot="14314936">
            <a:off x="-3507862" y="4824862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45" name="Title 1"/>
          <p:cNvSpPr txBox="1"/>
          <p:nvPr/>
        </p:nvSpPr>
        <p:spPr>
          <a:xfrm>
            <a:off x="12408677" y="-405182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Required 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Software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6" name="Title 1"/>
          <p:cNvSpPr txBox="1"/>
          <p:nvPr/>
        </p:nvSpPr>
        <p:spPr>
          <a:xfrm>
            <a:off x="-204454" y="-3447832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Conclus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ion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32468" y="9638365"/>
            <a:ext cx="5298769" cy="397407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20" b="93045" l="9976" r="89994">
                        <a14:foregroundMark x1="48939" y1="93045" x2="48939" y2="93045"/>
                        <a14:foregroundMark x1="48393" y1="9220" x2="48393" y2="92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70886" y="12070526"/>
            <a:ext cx="3560971" cy="2670728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040212" y="2260630"/>
            <a:ext cx="4827219" cy="3620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348329" y="-374061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Conclus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ion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5" name="Freeform: Shape 34"/>
          <p:cNvSpPr/>
          <p:nvPr/>
        </p:nvSpPr>
        <p:spPr>
          <a:xfrm rot="17439307">
            <a:off x="-3870145" y="591271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36" name="Freeform: Shape 35"/>
          <p:cNvSpPr/>
          <p:nvPr/>
        </p:nvSpPr>
        <p:spPr>
          <a:xfrm rot="17439307">
            <a:off x="-1450295" y="-408279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37" name="Freeform: Shape 36"/>
          <p:cNvSpPr/>
          <p:nvPr/>
        </p:nvSpPr>
        <p:spPr>
          <a:xfrm rot="17439307">
            <a:off x="573571" y="718415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38" name="Freeform: Shape 37"/>
          <p:cNvSpPr/>
          <p:nvPr/>
        </p:nvSpPr>
        <p:spPr>
          <a:xfrm rot="17439307">
            <a:off x="48970" y="3666270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39" name="Freeform: Shape 38"/>
          <p:cNvSpPr/>
          <p:nvPr/>
        </p:nvSpPr>
        <p:spPr>
          <a:xfrm rot="17439307">
            <a:off x="-1211259" y="4669452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40" name="Freeform: Shape 39"/>
          <p:cNvSpPr/>
          <p:nvPr/>
        </p:nvSpPr>
        <p:spPr>
          <a:xfrm rot="17439307">
            <a:off x="-3175222" y="4133416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41" name="Freeform: Shape 40"/>
          <p:cNvSpPr/>
          <p:nvPr/>
        </p:nvSpPr>
        <p:spPr>
          <a:xfrm rot="17439307">
            <a:off x="-4744080" y="2853957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42" name="Title 1"/>
          <p:cNvSpPr txBox="1"/>
          <p:nvPr/>
        </p:nvSpPr>
        <p:spPr>
          <a:xfrm>
            <a:off x="12957317" y="-401501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Required 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Hardware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Title 1"/>
          <p:cNvSpPr txBox="1"/>
          <p:nvPr/>
        </p:nvSpPr>
        <p:spPr>
          <a:xfrm>
            <a:off x="-240636" y="-3341867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Thank 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You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647" y="1441961"/>
            <a:ext cx="5298769" cy="397407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20" b="93045" l="9976" r="89994">
                        <a14:foregroundMark x1="48939" y1="93045" x2="48939" y2="93045"/>
                        <a14:foregroundMark x1="48393" y1="9220" x2="48393" y2="92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802779" y="3917125"/>
            <a:ext cx="3560971" cy="2670728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846117" y="1341542"/>
            <a:ext cx="4827219" cy="3620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348329" y="-374061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Thank 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You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676734" y="4282136"/>
            <a:ext cx="7336637" cy="20664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rial Rounded MT Bold" panose="020F0704030504030204" pitchFamily="34" charset="0"/>
              </a:rPr>
              <a:t>We would specially like to thank </a:t>
            </a:r>
            <a:r>
              <a:rPr lang="en-IN" sz="32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Jadhav Sir </a:t>
            </a:r>
            <a:r>
              <a:rPr lang="en-IN" sz="2400" b="1" dirty="0">
                <a:latin typeface="Arial Rounded MT Bold" panose="020F0704030504030204" pitchFamily="34" charset="0"/>
              </a:rPr>
              <a:t>for guidance and effective support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36" name="Freeform: Shape 35"/>
          <p:cNvSpPr/>
          <p:nvPr/>
        </p:nvSpPr>
        <p:spPr>
          <a:xfrm rot="20546643">
            <a:off x="-1639816" y="-36161"/>
            <a:ext cx="2254494" cy="1630762"/>
          </a:xfrm>
          <a:custGeom>
            <a:avLst/>
            <a:gdLst>
              <a:gd name="connsiteX0" fmla="*/ 0 w 1779324"/>
              <a:gd name="connsiteY0" fmla="*/ 0 h 1287053"/>
              <a:gd name="connsiteX1" fmla="*/ 1779324 w 1779324"/>
              <a:gd name="connsiteY1" fmla="*/ 856878 h 1287053"/>
              <a:gd name="connsiteX2" fmla="*/ 1239902 w 1779324"/>
              <a:gd name="connsiteY2" fmla="*/ 1287053 h 1287053"/>
              <a:gd name="connsiteX3" fmla="*/ 1224347 w 1779324"/>
              <a:gd name="connsiteY3" fmla="*/ 1266252 h 1287053"/>
              <a:gd name="connsiteX4" fmla="*/ 900 w 1779324"/>
              <a:gd name="connsiteY4" fmla="*/ 689278 h 1287053"/>
              <a:gd name="connsiteX5" fmla="*/ 0 w 1779324"/>
              <a:gd name="connsiteY5" fmla="*/ 689324 h 128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9324" h="1287053">
                <a:moveTo>
                  <a:pt x="0" y="0"/>
                </a:moveTo>
                <a:cubicBezTo>
                  <a:pt x="692595" y="0"/>
                  <a:pt x="1347499" y="315385"/>
                  <a:pt x="1779324" y="856878"/>
                </a:cubicBezTo>
                <a:lnTo>
                  <a:pt x="1239902" y="1287053"/>
                </a:lnTo>
                <a:lnTo>
                  <a:pt x="1224347" y="1266252"/>
                </a:lnTo>
                <a:cubicBezTo>
                  <a:pt x="933544" y="913880"/>
                  <a:pt x="493451" y="689278"/>
                  <a:pt x="900" y="689278"/>
                </a:cubicBezTo>
                <a:lnTo>
                  <a:pt x="0" y="689324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0345" tIns="483023" rIns="1034102" bIns="3382011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900" kern="1200"/>
          </a:p>
        </p:txBody>
      </p:sp>
      <p:sp>
        <p:nvSpPr>
          <p:cNvPr id="37" name="Freeform: Shape 36"/>
          <p:cNvSpPr/>
          <p:nvPr/>
        </p:nvSpPr>
        <p:spPr>
          <a:xfrm rot="20546643">
            <a:off x="915755" y="524515"/>
            <a:ext cx="1312612" cy="2439559"/>
          </a:xfrm>
          <a:custGeom>
            <a:avLst/>
            <a:gdLst>
              <a:gd name="connsiteX0" fmla="*/ 539422 w 1035958"/>
              <a:gd name="connsiteY0" fmla="*/ 0 h 1925384"/>
              <a:gd name="connsiteX1" fmla="*/ 978878 w 1035958"/>
              <a:gd name="connsiteY1" fmla="*/ 1925384 h 1925384"/>
              <a:gd name="connsiteX2" fmla="*/ 305477 w 1035958"/>
              <a:gd name="connsiteY2" fmla="*/ 1771685 h 1925384"/>
              <a:gd name="connsiteX3" fmla="*/ 314285 w 1035958"/>
              <a:gd name="connsiteY3" fmla="*/ 1737431 h 1925384"/>
              <a:gd name="connsiteX4" fmla="*/ 346496 w 1035958"/>
              <a:gd name="connsiteY4" fmla="*/ 1417898 h 1925384"/>
              <a:gd name="connsiteX5" fmla="*/ 75718 w 1035958"/>
              <a:gd name="connsiteY5" fmla="*/ 531431 h 1925384"/>
              <a:gd name="connsiteX6" fmla="*/ 0 w 1035958"/>
              <a:gd name="connsiteY6" fmla="*/ 430175 h 192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5958" h="1925384">
                <a:moveTo>
                  <a:pt x="539422" y="0"/>
                </a:moveTo>
                <a:cubicBezTo>
                  <a:pt x="971247" y="541492"/>
                  <a:pt x="1132994" y="1250155"/>
                  <a:pt x="978878" y="1925384"/>
                </a:cubicBezTo>
                <a:lnTo>
                  <a:pt x="305477" y="1771685"/>
                </a:lnTo>
                <a:lnTo>
                  <a:pt x="314285" y="1737431"/>
                </a:lnTo>
                <a:cubicBezTo>
                  <a:pt x="335405" y="1634219"/>
                  <a:pt x="346496" y="1527354"/>
                  <a:pt x="346496" y="1417898"/>
                </a:cubicBezTo>
                <a:cubicBezTo>
                  <a:pt x="346496" y="1089531"/>
                  <a:pt x="246673" y="784478"/>
                  <a:pt x="75718" y="531431"/>
                </a:cubicBezTo>
                <a:lnTo>
                  <a:pt x="0" y="430175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69073" tIns="1678940" rIns="167133" bIns="213952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200" kern="1200"/>
          </a:p>
        </p:txBody>
      </p:sp>
      <p:sp>
        <p:nvSpPr>
          <p:cNvPr id="38" name="Freeform: Shape 37"/>
          <p:cNvSpPr/>
          <p:nvPr/>
        </p:nvSpPr>
        <p:spPr>
          <a:xfrm rot="20546643">
            <a:off x="449088" y="3153640"/>
            <a:ext cx="1940818" cy="2151120"/>
          </a:xfrm>
          <a:custGeom>
            <a:avLst/>
            <a:gdLst>
              <a:gd name="connsiteX0" fmla="*/ 858359 w 1531760"/>
              <a:gd name="connsiteY0" fmla="*/ 0 h 1697738"/>
              <a:gd name="connsiteX1" fmla="*/ 1531760 w 1531760"/>
              <a:gd name="connsiteY1" fmla="*/ 153699 h 1697738"/>
              <a:gd name="connsiteX2" fmla="*/ 300430 w 1531760"/>
              <a:gd name="connsiteY2" fmla="*/ 1697738 h 1697738"/>
              <a:gd name="connsiteX3" fmla="*/ 0 w 1531760"/>
              <a:gd name="connsiteY3" fmla="*/ 1073889 h 1697738"/>
              <a:gd name="connsiteX4" fmla="*/ 69623 w 1531760"/>
              <a:gd name="connsiteY4" fmla="*/ 1040350 h 1697738"/>
              <a:gd name="connsiteX5" fmla="*/ 828097 w 1531760"/>
              <a:gd name="connsiteY5" fmla="*/ 117692 h 1697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760" h="1697738">
                <a:moveTo>
                  <a:pt x="858359" y="0"/>
                </a:moveTo>
                <a:lnTo>
                  <a:pt x="1531760" y="153699"/>
                </a:lnTo>
                <a:cubicBezTo>
                  <a:pt x="1377643" y="828929"/>
                  <a:pt x="924436" y="1397233"/>
                  <a:pt x="300430" y="1697738"/>
                </a:cubicBezTo>
                <a:lnTo>
                  <a:pt x="0" y="1073889"/>
                </a:lnTo>
                <a:lnTo>
                  <a:pt x="69623" y="1040350"/>
                </a:lnTo>
                <a:cubicBezTo>
                  <a:pt x="429070" y="845087"/>
                  <a:pt x="704564" y="514865"/>
                  <a:pt x="828097" y="117692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74340" tIns="2757593" rIns="481754" bIns="1023621" numCol="1" spcCol="1270" anchor="ctr" anchorCtr="0">
            <a:noAutofit/>
          </a:bodyPr>
          <a:lstStyle/>
          <a:p>
            <a:pPr marL="0" lvl="0" indent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3800" kern="1200"/>
          </a:p>
        </p:txBody>
      </p:sp>
      <p:sp>
        <p:nvSpPr>
          <p:cNvPr id="39" name="Freeform: Shape 38"/>
          <p:cNvSpPr/>
          <p:nvPr/>
        </p:nvSpPr>
        <p:spPr>
          <a:xfrm rot="20546643">
            <a:off x="-1461408" y="5148269"/>
            <a:ext cx="2502238" cy="1076908"/>
          </a:xfrm>
          <a:custGeom>
            <a:avLst/>
            <a:gdLst>
              <a:gd name="connsiteX0" fmla="*/ 300770 w 1974851"/>
              <a:gd name="connsiteY0" fmla="*/ 0 h 849932"/>
              <a:gd name="connsiteX1" fmla="*/ 371204 w 1974851"/>
              <a:gd name="connsiteY1" fmla="*/ 33930 h 849932"/>
              <a:gd name="connsiteX2" fmla="*/ 988351 w 1974851"/>
              <a:gd name="connsiteY2" fmla="*/ 158526 h 849932"/>
              <a:gd name="connsiteX3" fmla="*/ 1605498 w 1974851"/>
              <a:gd name="connsiteY3" fmla="*/ 33930 h 849932"/>
              <a:gd name="connsiteX4" fmla="*/ 1674437 w 1974851"/>
              <a:gd name="connsiteY4" fmla="*/ 721 h 849932"/>
              <a:gd name="connsiteX5" fmla="*/ 1974851 w 1974851"/>
              <a:gd name="connsiteY5" fmla="*/ 624577 h 849932"/>
              <a:gd name="connsiteX6" fmla="*/ 0 w 1974851"/>
              <a:gd name="connsiteY6" fmla="*/ 624553 h 84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4851" h="849932">
                <a:moveTo>
                  <a:pt x="300770" y="0"/>
                </a:moveTo>
                <a:lnTo>
                  <a:pt x="371204" y="33930"/>
                </a:lnTo>
                <a:cubicBezTo>
                  <a:pt x="560890" y="114161"/>
                  <a:pt x="769440" y="158526"/>
                  <a:pt x="988351" y="158526"/>
                </a:cubicBezTo>
                <a:cubicBezTo>
                  <a:pt x="1207263" y="158526"/>
                  <a:pt x="1415812" y="114161"/>
                  <a:pt x="1605498" y="33930"/>
                </a:cubicBezTo>
                <a:lnTo>
                  <a:pt x="1674437" y="721"/>
                </a:lnTo>
                <a:lnTo>
                  <a:pt x="1974851" y="624577"/>
                </a:lnTo>
                <a:cubicBezTo>
                  <a:pt x="1350855" y="925059"/>
                  <a:pt x="623989" y="925050"/>
                  <a:pt x="0" y="624553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2280" tIns="3642360" rIns="1732280" bIns="174414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40" name="Freeform: Shape 39"/>
          <p:cNvSpPr/>
          <p:nvPr/>
        </p:nvSpPr>
        <p:spPr>
          <a:xfrm rot="20546643">
            <a:off x="-3344399" y="4353224"/>
            <a:ext cx="1941247" cy="2151613"/>
          </a:xfrm>
          <a:custGeom>
            <a:avLst/>
            <a:gdLst>
              <a:gd name="connsiteX0" fmla="*/ 675102 w 1532099"/>
              <a:gd name="connsiteY0" fmla="*/ 0 h 1698127"/>
              <a:gd name="connsiteX1" fmla="*/ 705463 w 1532099"/>
              <a:gd name="connsiteY1" fmla="*/ 118081 h 1698127"/>
              <a:gd name="connsiteX2" fmla="*/ 1463938 w 1532099"/>
              <a:gd name="connsiteY2" fmla="*/ 1040739 h 1698127"/>
              <a:gd name="connsiteX3" fmla="*/ 1532099 w 1532099"/>
              <a:gd name="connsiteY3" fmla="*/ 1073574 h 1698127"/>
              <a:gd name="connsiteX4" fmla="*/ 1231330 w 1532099"/>
              <a:gd name="connsiteY4" fmla="*/ 1698127 h 1698127"/>
              <a:gd name="connsiteX5" fmla="*/ 0 w 1532099"/>
              <a:gd name="connsiteY5" fmla="*/ 154087 h 169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099" h="1698127">
                <a:moveTo>
                  <a:pt x="675102" y="0"/>
                </a:moveTo>
                <a:lnTo>
                  <a:pt x="705463" y="118081"/>
                </a:lnTo>
                <a:cubicBezTo>
                  <a:pt x="828997" y="515254"/>
                  <a:pt x="1104491" y="845476"/>
                  <a:pt x="1463938" y="1040739"/>
                </a:cubicBezTo>
                <a:lnTo>
                  <a:pt x="1532099" y="1073574"/>
                </a:lnTo>
                <a:lnTo>
                  <a:pt x="1231330" y="1698127"/>
                </a:lnTo>
                <a:cubicBezTo>
                  <a:pt x="607324" y="1397621"/>
                  <a:pt x="154116" y="829317"/>
                  <a:pt x="0" y="154087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9533" tIns="2775373" rIns="2992121" bIns="1041401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200" kern="1200"/>
          </a:p>
        </p:txBody>
      </p:sp>
      <p:sp>
        <p:nvSpPr>
          <p:cNvPr id="41" name="Freeform: Shape 40"/>
          <p:cNvSpPr/>
          <p:nvPr/>
        </p:nvSpPr>
        <p:spPr>
          <a:xfrm rot="20546643">
            <a:off x="-4131549" y="2177168"/>
            <a:ext cx="1314041" cy="2439558"/>
          </a:xfrm>
          <a:custGeom>
            <a:avLst/>
            <a:gdLst>
              <a:gd name="connsiteX0" fmla="*/ 496536 w 1037087"/>
              <a:gd name="connsiteY0" fmla="*/ 0 h 1925383"/>
              <a:gd name="connsiteX1" fmla="*/ 1037087 w 1037087"/>
              <a:gd name="connsiteY1" fmla="*/ 431075 h 1925383"/>
              <a:gd name="connsiteX2" fmla="*/ 962041 w 1037087"/>
              <a:gd name="connsiteY2" fmla="*/ 531432 h 1925383"/>
              <a:gd name="connsiteX3" fmla="*/ 691262 w 1037087"/>
              <a:gd name="connsiteY3" fmla="*/ 1417899 h 1925383"/>
              <a:gd name="connsiteX4" fmla="*/ 723474 w 1037087"/>
              <a:gd name="connsiteY4" fmla="*/ 1737432 h 1925383"/>
              <a:gd name="connsiteX5" fmla="*/ 732181 w 1037087"/>
              <a:gd name="connsiteY5" fmla="*/ 1771296 h 1925383"/>
              <a:gd name="connsiteX6" fmla="*/ 57080 w 1037087"/>
              <a:gd name="connsiteY6" fmla="*/ 1925383 h 1925383"/>
              <a:gd name="connsiteX7" fmla="*/ 496536 w 1037087"/>
              <a:gd name="connsiteY7" fmla="*/ 0 h 192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087" h="1925383">
                <a:moveTo>
                  <a:pt x="496536" y="0"/>
                </a:moveTo>
                <a:lnTo>
                  <a:pt x="1037087" y="431075"/>
                </a:lnTo>
                <a:lnTo>
                  <a:pt x="962041" y="531432"/>
                </a:lnTo>
                <a:cubicBezTo>
                  <a:pt x="791085" y="784479"/>
                  <a:pt x="691262" y="1089532"/>
                  <a:pt x="691262" y="1417899"/>
                </a:cubicBezTo>
                <a:cubicBezTo>
                  <a:pt x="691262" y="1527355"/>
                  <a:pt x="702354" y="1634220"/>
                  <a:pt x="723474" y="1737432"/>
                </a:cubicBezTo>
                <a:lnTo>
                  <a:pt x="732181" y="1771296"/>
                </a:lnTo>
                <a:lnTo>
                  <a:pt x="57080" y="1925383"/>
                </a:lnTo>
                <a:cubicBezTo>
                  <a:pt x="-97036" y="1250154"/>
                  <a:pt x="64712" y="541492"/>
                  <a:pt x="496536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7292" tIns="1689100" rIns="3179234" bIns="2149687" numCol="1" spcCol="1270" anchor="ctr" anchorCtr="0">
            <a:noAutofit/>
          </a:bodyPr>
          <a:lstStyle/>
          <a:p>
            <a:pPr marL="0" lvl="0" indent="0" algn="ctr" defTabSz="2222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5000" kern="1200"/>
          </a:p>
        </p:txBody>
      </p:sp>
      <p:sp>
        <p:nvSpPr>
          <p:cNvPr id="42" name="Freeform: Shape 41"/>
          <p:cNvSpPr/>
          <p:nvPr/>
        </p:nvSpPr>
        <p:spPr>
          <a:xfrm rot="20546643">
            <a:off x="-3958723" y="676546"/>
            <a:ext cx="2254495" cy="1631901"/>
          </a:xfrm>
          <a:custGeom>
            <a:avLst/>
            <a:gdLst>
              <a:gd name="connsiteX0" fmla="*/ 1779324 w 1779324"/>
              <a:gd name="connsiteY0" fmla="*/ 0 h 1287952"/>
              <a:gd name="connsiteX1" fmla="*/ 1779324 w 1779324"/>
              <a:gd name="connsiteY1" fmla="*/ 689324 h 1287952"/>
              <a:gd name="connsiteX2" fmla="*/ 1618116 w 1779324"/>
              <a:gd name="connsiteY2" fmla="*/ 697464 h 1287952"/>
              <a:gd name="connsiteX3" fmla="*/ 556777 w 1779324"/>
              <a:gd name="connsiteY3" fmla="*/ 1266252 h 1287952"/>
              <a:gd name="connsiteX4" fmla="*/ 540550 w 1779324"/>
              <a:gd name="connsiteY4" fmla="*/ 1287952 h 1287952"/>
              <a:gd name="connsiteX5" fmla="*/ 0 w 1779324"/>
              <a:gd name="connsiteY5" fmla="*/ 856878 h 1287952"/>
              <a:gd name="connsiteX6" fmla="*/ 1779324 w 1779324"/>
              <a:gd name="connsiteY6" fmla="*/ 0 h 128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9324" h="1287952">
                <a:moveTo>
                  <a:pt x="1779324" y="0"/>
                </a:moveTo>
                <a:lnTo>
                  <a:pt x="1779324" y="689324"/>
                </a:lnTo>
                <a:lnTo>
                  <a:pt x="1618116" y="697464"/>
                </a:lnTo>
                <a:cubicBezTo>
                  <a:pt x="1191718" y="740767"/>
                  <a:pt x="815269" y="953032"/>
                  <a:pt x="556777" y="1266252"/>
                </a:cubicBezTo>
                <a:lnTo>
                  <a:pt x="540550" y="1287952"/>
                </a:lnTo>
                <a:lnTo>
                  <a:pt x="0" y="856878"/>
                </a:lnTo>
                <a:cubicBezTo>
                  <a:pt x="431825" y="315386"/>
                  <a:pt x="1086729" y="0"/>
                  <a:pt x="1779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5887" tIns="493183" rIns="2378880" bIns="3392171" numCol="1" spcCol="1270" anchor="ctr" anchorCtr="0">
            <a:noAutofit/>
          </a:bodyPr>
          <a:lstStyle/>
          <a:p>
            <a:pPr marL="0" lvl="0" indent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4700" kern="1200"/>
          </a:p>
        </p:txBody>
      </p:sp>
      <p:sp>
        <p:nvSpPr>
          <p:cNvPr id="43" name="Title 1"/>
          <p:cNvSpPr txBox="1"/>
          <p:nvPr/>
        </p:nvSpPr>
        <p:spPr>
          <a:xfrm>
            <a:off x="12192000" y="-232518"/>
            <a:ext cx="7234936" cy="1808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rial Rounded MT Bold" panose="020F0704030504030204" pitchFamily="34" charset="0"/>
              </a:rPr>
              <a:t>Conclus</a:t>
            </a:r>
            <a:r>
              <a:rPr lang="en-IN" sz="44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ion</a:t>
            </a:r>
            <a:endParaRPr lang="en-IN" sz="4400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85183" y="-577130"/>
            <a:ext cx="5298769" cy="3974077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20" b="93045" l="9976" r="89994">
                        <a14:foregroundMark x1="48939" y1="93045" x2="48939" y2="93045"/>
                        <a14:foregroundMark x1="48393" y1="9220" x2="48393" y2="92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074125" y="12984926"/>
            <a:ext cx="3560971" cy="2670728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811855" y="348680"/>
            <a:ext cx="4827219" cy="3620414"/>
          </a:xfrm>
          <a:prstGeom prst="rect">
            <a:avLst/>
          </a:prstGeom>
        </p:spPr>
      </p:pic>
      <p:pic>
        <p:nvPicPr>
          <p:cNvPr id="1028" name="Picture 4" descr="Auld lang syne illustration image_picture free download  400066151_lovepik.com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27871" y1="77419" x2="27871" y2="77419"/>
                        <a14:foregroundMark x1="28129" y1="77419" x2="28129" y2="77419"/>
                        <a14:foregroundMark x1="34323" y1="80806" x2="34323" y2="80806"/>
                        <a14:foregroundMark x1="59871" y1="77581" x2="59871" y2="77581"/>
                        <a14:foregroundMark x1="55742" y1="76290" x2="55742" y2="76290"/>
                        <a14:foregroundMark x1="54452" y1="83710" x2="54452" y2="83710"/>
                        <a14:foregroundMark x1="54452" y1="83710" x2="54452" y2="83710"/>
                        <a14:foregroundMark x1="54452" y1="83710" x2="54452" y2="83710"/>
                        <a14:foregroundMark x1="54323" y1="83548" x2="54323" y2="83548"/>
                        <a14:foregroundMark x1="49677" y1="45645" x2="49677" y2="45645"/>
                        <a14:foregroundMark x1="49677" y1="45645" x2="49677" y2="45645"/>
                        <a14:foregroundMark x1="49677" y1="45645" x2="49677" y2="45645"/>
                        <a14:foregroundMark x1="49677" y1="45645" x2="49677" y2="45645"/>
                        <a14:foregroundMark x1="25419" y1="46290" x2="25622" y2="46881"/>
                        <a14:foregroundMark x1="29192" y1="50291" x2="29677" y2="50645"/>
                        <a14:foregroundMark x1="25032" y1="47258" x2="25189" y2="47373"/>
                        <a14:foregroundMark x1="59484" y1="87097" x2="59484" y2="87097"/>
                        <a14:foregroundMark x1="53677" y1="80484" x2="54581" y2="80968"/>
                        <a14:foregroundMark x1="28258" y1="87742" x2="28258" y2="87742"/>
                        <a14:foregroundMark x1="29161" y1="84516" x2="29161" y2="84516"/>
                        <a14:foregroundMark x1="59613" y1="81129" x2="59613" y2="81129"/>
                        <a14:foregroundMark x1="60387" y1="88387" x2="60387" y2="88387"/>
                        <a14:foregroundMark x1="62710" y1="89677" x2="62710" y2="89677"/>
                        <a14:foregroundMark x1="60258" y1="90000" x2="60258" y2="90000"/>
                        <a14:foregroundMark x1="54323" y1="88548" x2="54323" y2="88548"/>
                        <a14:foregroundMark x1="54839" y1="77581" x2="54839" y2="77581"/>
                        <a14:foregroundMark x1="50839" y1="45323" x2="50839" y2="45323"/>
                        <a14:foregroundMark x1="51097" y1="45323" x2="51097" y2="45323"/>
                        <a14:foregroundMark x1="51097" y1="45323" x2="51097" y2="45323"/>
                        <a14:foregroundMark x1="51097" y1="45323" x2="51097" y2="45323"/>
                        <a14:foregroundMark x1="51613" y1="45806" x2="51613" y2="45806"/>
                        <a14:foregroundMark x1="51613" y1="45806" x2="51613" y2="45806"/>
                        <a14:foregroundMark x1="51484" y1="46613" x2="51484" y2="46613"/>
                        <a14:foregroundMark x1="51097" y1="46452" x2="51097" y2="46452"/>
                        <a14:foregroundMark x1="50839" y1="46774" x2="50839" y2="46774"/>
                        <a14:foregroundMark x1="51613" y1="46774" x2="51613" y2="46774"/>
                        <a14:foregroundMark x1="51355" y1="46774" x2="51355" y2="46774"/>
                        <a14:foregroundMark x1="51355" y1="46774" x2="51355" y2="46774"/>
                        <a14:foregroundMark x1="51355" y1="46774" x2="51355" y2="46774"/>
                        <a14:foregroundMark x1="51355" y1="46774" x2="51355" y2="46774"/>
                        <a14:foregroundMark x1="51355" y1="46774" x2="51226" y2="46613"/>
                        <a14:foregroundMark x1="51226" y1="46613" x2="51226" y2="46613"/>
                        <a14:foregroundMark x1="51226" y1="46613" x2="51226" y2="46613"/>
                        <a14:foregroundMark x1="50710" y1="46452" x2="50710" y2="46452"/>
                        <a14:foregroundMark x1="61806" y1="46774" x2="61806" y2="46774"/>
                        <a14:foregroundMark x1="62710" y1="45968" x2="62710" y2="45968"/>
                        <a14:foregroundMark x1="62323" y1="45806" x2="62323" y2="45806"/>
                        <a14:foregroundMark x1="63226" y1="46935" x2="63226" y2="46935"/>
                        <a14:foregroundMark x1="62968" y1="46290" x2="62968" y2="46290"/>
                        <a14:foregroundMark x1="62452" y1="46613" x2="62452" y2="46613"/>
                        <a14:foregroundMark x1="62452" y1="46613" x2="62452" y2="46613"/>
                        <a14:foregroundMark x1="62452" y1="46774" x2="62452" y2="46774"/>
                        <a14:foregroundMark x1="62194" y1="46613" x2="62968" y2="46452"/>
                        <a14:foregroundMark x1="62968" y1="46452" x2="62968" y2="46452"/>
                        <a14:foregroundMark x1="50710" y1="46774" x2="50710" y2="46774"/>
                        <a14:foregroundMark x1="50839" y1="46613" x2="50839" y2="46613"/>
                        <a14:foregroundMark x1="51484" y1="46774" x2="51484" y2="46774"/>
                        <a14:foregroundMark x1="51484" y1="46774" x2="51484" y2="46774"/>
                        <a14:foregroundMark x1="51484" y1="46774" x2="51484" y2="46774"/>
                        <a14:foregroundMark x1="51484" y1="46774" x2="51097" y2="46774"/>
                        <a14:foregroundMark x1="51097" y1="46774" x2="51097" y2="46774"/>
                        <a14:foregroundMark x1="51097" y1="46774" x2="51097" y2="46774"/>
                        <a14:foregroundMark x1="51097" y1="46774" x2="52258" y2="47097"/>
                        <a14:foregroundMark x1="52516" y1="47097" x2="52516" y2="47097"/>
                        <a14:foregroundMark x1="52516" y1="47097" x2="53032" y2="47258"/>
                        <a14:foregroundMark x1="52645" y1="46935" x2="52645" y2="46935"/>
                        <a14:foregroundMark x1="52645" y1="46935" x2="52129" y2="46774"/>
                        <a14:foregroundMark x1="50581" y1="46452" x2="50581" y2="46452"/>
                        <a14:foregroundMark x1="50581" y1="46452" x2="50581" y2="46452"/>
                        <a14:foregroundMark x1="51097" y1="46613" x2="51097" y2="46613"/>
                        <a14:foregroundMark x1="51097" y1="46613" x2="50839" y2="46613"/>
                        <a14:foregroundMark x1="33935" y1="79677" x2="33935" y2="79677"/>
                        <a14:foregroundMark x1="59355" y1="83871" x2="59355" y2="83871"/>
                        <a14:foregroundMark x1="61419" y1="89355" x2="61419" y2="89355"/>
                        <a14:backgroundMark x1="50323" y1="46290" x2="50323" y2="46290"/>
                        <a14:backgroundMark x1="50323" y1="46290" x2="50323" y2="46290"/>
                        <a14:backgroundMark x1="50323" y1="46290" x2="50323" y2="46290"/>
                        <a14:backgroundMark x1="52988" y1="47331" x2="54452" y2="47903"/>
                        <a14:backgroundMark x1="49677" y1="46129" x2="50785" y2="46507"/>
                        <a14:backgroundMark x1="62968" y1="77097" x2="63355" y2="82419"/>
                        <a14:backgroundMark x1="64258" y1="46613" x2="64258" y2="46613"/>
                        <a14:backgroundMark x1="26581" y1="48226" x2="26581" y2="48226"/>
                        <a14:backgroundMark x1="26581" y1="48226" x2="26581" y2="48226"/>
                        <a14:backgroundMark x1="26581" y1="48226" x2="26581" y2="48226"/>
                        <a14:backgroundMark x1="25290" y1="47258" x2="27613" y2="49516"/>
                        <a14:backgroundMark x1="25548" y1="47097" x2="28129" y2="49032"/>
                        <a14:backgroundMark x1="53419" y1="79839" x2="53419" y2="79839"/>
                        <a14:backgroundMark x1="60516" y1="86774" x2="60516" y2="86774"/>
                        <a14:backgroundMark x1="62968" y1="87581" x2="62968" y2="87581"/>
                        <a14:backgroundMark x1="62839" y1="87419" x2="62839" y2="88226"/>
                        <a14:backgroundMark x1="52774" y1="51935" x2="52774" y2="51935"/>
                        <a14:backgroundMark x1="25161" y1="47097" x2="25161" y2="47097"/>
                        <a14:backgroundMark x1="25161" y1="47097" x2="25161" y2="47097"/>
                        <a14:backgroundMark x1="25419" y1="47419" x2="25419" y2="47419"/>
                        <a14:backgroundMark x1="25419" y1="47419" x2="29290" y2="50161"/>
                        <a14:backgroundMark x1="23484" y1="53710" x2="23484" y2="537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715" y="845499"/>
            <a:ext cx="6166523" cy="458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1284</Words>
  <Application>WPS Presentation</Application>
  <PresentationFormat>Widescreen</PresentationFormat>
  <Paragraphs>222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Arial Rounded MT Bold</vt:lpstr>
      <vt:lpstr>Calibri</vt:lpstr>
      <vt:lpstr>Microsoft YaHei</vt:lpstr>
      <vt:lpstr>Arial Unicode MS</vt:lpstr>
      <vt:lpstr>Calibri Light</vt:lpstr>
      <vt:lpstr>Office Theme</vt:lpstr>
      <vt:lpstr>About  Internship</vt:lpstr>
      <vt:lpstr>About 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Rishikesh Kirde</dc:creator>
  <cp:lastModifiedBy>Rishikesh Kirde</cp:lastModifiedBy>
  <cp:revision>3</cp:revision>
  <dcterms:created xsi:type="dcterms:W3CDTF">2024-08-05T16:59:00Z</dcterms:created>
  <dcterms:modified xsi:type="dcterms:W3CDTF">2025-03-04T05:42:45Z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507054B8C809406C9118F00B7159EB50_13</vt:lpwstr>
  </property>
  <property fmtid="{D5CDD505-2E9C-101B-9397-08002B2CF9AE}" pid="3" name="KSOProductBuildVer">
    <vt:lpwstr>1033-12.2.0.19805</vt:lpwstr>
  </property>
</Properties>
</file>